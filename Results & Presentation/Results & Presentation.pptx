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7" r:id="rId4"/>
    <p:sldId id="258" r:id="rId5"/>
    <p:sldId id="275" r:id="rId6"/>
    <p:sldId id="276" r:id="rId7"/>
    <p:sldId id="259" r:id="rId8"/>
    <p:sldId id="278" r:id="rId9"/>
    <p:sldId id="260" r:id="rId10"/>
    <p:sldId id="279" r:id="rId11"/>
    <p:sldId id="280" r:id="rId12"/>
    <p:sldId id="262" r:id="rId13"/>
    <p:sldId id="263" r:id="rId14"/>
    <p:sldId id="264" r:id="rId15"/>
    <p:sldId id="265" r:id="rId16"/>
    <p:sldId id="266" r:id="rId17"/>
    <p:sldId id="267" r:id="rId18"/>
    <p:sldId id="269" r:id="rId19"/>
    <p:sldId id="271" r:id="rId20"/>
    <p:sldId id="281" r:id="rId21"/>
    <p:sldId id="272" r:id="rId22"/>
    <p:sldId id="273" r:id="rId23"/>
    <p:sldId id="282" r:id="rId24"/>
    <p:sldId id="283" r:id="rId25"/>
    <p:sldId id="285" r:id="rId26"/>
    <p:sldId id="286"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8F433A-AE73-8A40-9FED-E6B5F5FD5002}" name="Prashant Semwal" initials="PS" userId="cdb7dcb214019ae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C66"/>
    <a:srgbClr val="F5F5F5"/>
    <a:srgbClr val="FBFC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DE3564-8DE7-80EC-4E77-82D5644A82CC}" v="352" dt="2024-06-04T09:59:43.982"/>
    <p1510:client id="{92530A01-372D-2CC7-6695-8BD1E60A7900}" v="584" dt="2024-06-05T13:11:34.814"/>
    <p1510:client id="{E2EBA4E6-910D-482C-5E6A-55B9E4992924}" v="347" dt="2024-06-04T04:05:24.788"/>
    <p1510:client id="{F1CA9C88-2C23-2595-6283-26DDFD716DAE}" v="1742" dt="2024-06-05T21:30:17.6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hant Semwal" userId="cdb7dcb214019aef" providerId="Windows Live" clId="Web-{E2EBA4E6-910D-482C-5E6A-55B9E4992924}"/>
    <pc:docChg chg="addSld modSld sldOrd">
      <pc:chgData name="Prashant Semwal" userId="cdb7dcb214019aef" providerId="Windows Live" clId="Web-{E2EBA4E6-910D-482C-5E6A-55B9E4992924}" dt="2024-06-04T04:05:24.788" v="358"/>
      <pc:docMkLst>
        <pc:docMk/>
      </pc:docMkLst>
      <pc:sldChg chg="modSp">
        <pc:chgData name="Prashant Semwal" userId="cdb7dcb214019aef" providerId="Windows Live" clId="Web-{E2EBA4E6-910D-482C-5E6A-55B9E4992924}" dt="2024-06-04T03:47:23.557" v="172" actId="20577"/>
        <pc:sldMkLst>
          <pc:docMk/>
          <pc:sldMk cId="109857222" sldId="256"/>
        </pc:sldMkLst>
        <pc:spChg chg="mod">
          <ac:chgData name="Prashant Semwal" userId="cdb7dcb214019aef" providerId="Windows Live" clId="Web-{E2EBA4E6-910D-482C-5E6A-55B9E4992924}" dt="2024-06-04T03:47:23.557" v="172" actId="20577"/>
          <ac:spMkLst>
            <pc:docMk/>
            <pc:sldMk cId="109857222" sldId="256"/>
            <ac:spMk id="3" creationId="{00000000-0000-0000-0000-000000000000}"/>
          </ac:spMkLst>
        </pc:spChg>
      </pc:sldChg>
      <pc:sldChg chg="ord">
        <pc:chgData name="Prashant Semwal" userId="cdb7dcb214019aef" providerId="Windows Live" clId="Web-{E2EBA4E6-910D-482C-5E6A-55B9E4992924}" dt="2024-06-04T03:47:57.089" v="173"/>
        <pc:sldMkLst>
          <pc:docMk/>
          <pc:sldMk cId="2265428394" sldId="262"/>
        </pc:sldMkLst>
      </pc:sldChg>
      <pc:sldChg chg="modSp new">
        <pc:chgData name="Prashant Semwal" userId="cdb7dcb214019aef" providerId="Windows Live" clId="Web-{E2EBA4E6-910D-482C-5E6A-55B9E4992924}" dt="2024-06-04T03:40:43.100" v="112" actId="20577"/>
        <pc:sldMkLst>
          <pc:docMk/>
          <pc:sldMk cId="3462133628" sldId="263"/>
        </pc:sldMkLst>
        <pc:spChg chg="mod">
          <ac:chgData name="Prashant Semwal" userId="cdb7dcb214019aef" providerId="Windows Live" clId="Web-{E2EBA4E6-910D-482C-5E6A-55B9E4992924}" dt="2024-06-04T01:44:00.715" v="1" actId="20577"/>
          <ac:spMkLst>
            <pc:docMk/>
            <pc:sldMk cId="3462133628" sldId="263"/>
            <ac:spMk id="2" creationId="{1F0EDDC1-76EF-A1D3-3E31-7412D1606583}"/>
          </ac:spMkLst>
        </pc:spChg>
        <pc:spChg chg="mod">
          <ac:chgData name="Prashant Semwal" userId="cdb7dcb214019aef" providerId="Windows Live" clId="Web-{E2EBA4E6-910D-482C-5E6A-55B9E4992924}" dt="2024-06-04T03:40:43.100" v="112" actId="20577"/>
          <ac:spMkLst>
            <pc:docMk/>
            <pc:sldMk cId="3462133628" sldId="263"/>
            <ac:spMk id="3" creationId="{05CBEF18-796A-69E4-D381-F07809C1B2CC}"/>
          </ac:spMkLst>
        </pc:spChg>
      </pc:sldChg>
      <pc:sldChg chg="modSp new">
        <pc:chgData name="Prashant Semwal" userId="cdb7dcb214019aef" providerId="Windows Live" clId="Web-{E2EBA4E6-910D-482C-5E6A-55B9E4992924}" dt="2024-06-04T03:50:59.966" v="235" actId="20577"/>
        <pc:sldMkLst>
          <pc:docMk/>
          <pc:sldMk cId="2868961052" sldId="264"/>
        </pc:sldMkLst>
        <pc:spChg chg="mod">
          <ac:chgData name="Prashant Semwal" userId="cdb7dcb214019aef" providerId="Windows Live" clId="Web-{E2EBA4E6-910D-482C-5E6A-55B9E4992924}" dt="2024-06-04T03:41:10.335" v="115" actId="20577"/>
          <ac:spMkLst>
            <pc:docMk/>
            <pc:sldMk cId="2868961052" sldId="264"/>
            <ac:spMk id="2" creationId="{919296AB-EB0C-843F-B45D-67B0EC3D116B}"/>
          </ac:spMkLst>
        </pc:spChg>
        <pc:spChg chg="mod">
          <ac:chgData name="Prashant Semwal" userId="cdb7dcb214019aef" providerId="Windows Live" clId="Web-{E2EBA4E6-910D-482C-5E6A-55B9E4992924}" dt="2024-06-04T03:50:59.966" v="235" actId="20577"/>
          <ac:spMkLst>
            <pc:docMk/>
            <pc:sldMk cId="2868961052" sldId="264"/>
            <ac:spMk id="3" creationId="{F8D8489A-0DA8-45E7-710D-EFDC569E7EBD}"/>
          </ac:spMkLst>
        </pc:spChg>
      </pc:sldChg>
      <pc:sldChg chg="modSp new ord">
        <pc:chgData name="Prashant Semwal" userId="cdb7dcb214019aef" providerId="Windows Live" clId="Web-{E2EBA4E6-910D-482C-5E6A-55B9E4992924}" dt="2024-06-04T03:52:32.014" v="242"/>
        <pc:sldMkLst>
          <pc:docMk/>
          <pc:sldMk cId="3054625892" sldId="265"/>
        </pc:sldMkLst>
        <pc:spChg chg="mod">
          <ac:chgData name="Prashant Semwal" userId="cdb7dcb214019aef" providerId="Windows Live" clId="Web-{E2EBA4E6-910D-482C-5E6A-55B9E4992924}" dt="2024-06-04T03:51:35.748" v="238" actId="20577"/>
          <ac:spMkLst>
            <pc:docMk/>
            <pc:sldMk cId="3054625892" sldId="265"/>
            <ac:spMk id="2" creationId="{CCF9EF70-BA6E-CB09-73B3-8C3247BA364B}"/>
          </ac:spMkLst>
        </pc:spChg>
      </pc:sldChg>
      <pc:sldChg chg="modSp new">
        <pc:chgData name="Prashant Semwal" userId="cdb7dcb214019aef" providerId="Windows Live" clId="Web-{E2EBA4E6-910D-482C-5E6A-55B9E4992924}" dt="2024-06-04T03:52:03.545" v="241" actId="20577"/>
        <pc:sldMkLst>
          <pc:docMk/>
          <pc:sldMk cId="101610601" sldId="266"/>
        </pc:sldMkLst>
        <pc:spChg chg="mod">
          <ac:chgData name="Prashant Semwal" userId="cdb7dcb214019aef" providerId="Windows Live" clId="Web-{E2EBA4E6-910D-482C-5E6A-55B9E4992924}" dt="2024-06-04T03:52:03.545" v="241" actId="20577"/>
          <ac:spMkLst>
            <pc:docMk/>
            <pc:sldMk cId="101610601" sldId="266"/>
            <ac:spMk id="2" creationId="{9672F4E0-69C9-1B1D-0654-1CCE27511913}"/>
          </ac:spMkLst>
        </pc:spChg>
      </pc:sldChg>
      <pc:sldChg chg="modSp new">
        <pc:chgData name="Prashant Semwal" userId="cdb7dcb214019aef" providerId="Windows Live" clId="Web-{E2EBA4E6-910D-482C-5E6A-55B9E4992924}" dt="2024-06-04T03:52:59.123" v="245" actId="20577"/>
        <pc:sldMkLst>
          <pc:docMk/>
          <pc:sldMk cId="453862817" sldId="267"/>
        </pc:sldMkLst>
        <pc:spChg chg="mod">
          <ac:chgData name="Prashant Semwal" userId="cdb7dcb214019aef" providerId="Windows Live" clId="Web-{E2EBA4E6-910D-482C-5E6A-55B9E4992924}" dt="2024-06-04T03:52:59.123" v="245" actId="20577"/>
          <ac:spMkLst>
            <pc:docMk/>
            <pc:sldMk cId="453862817" sldId="267"/>
            <ac:spMk id="2" creationId="{5D9AAB5E-8A37-9411-76DE-804A660DD051}"/>
          </ac:spMkLst>
        </pc:spChg>
      </pc:sldChg>
      <pc:sldChg chg="modSp new">
        <pc:chgData name="Prashant Semwal" userId="cdb7dcb214019aef" providerId="Windows Live" clId="Web-{E2EBA4E6-910D-482C-5E6A-55B9E4992924}" dt="2024-06-04T03:53:38.280" v="248" actId="20577"/>
        <pc:sldMkLst>
          <pc:docMk/>
          <pc:sldMk cId="595781105" sldId="268"/>
        </pc:sldMkLst>
        <pc:spChg chg="mod">
          <ac:chgData name="Prashant Semwal" userId="cdb7dcb214019aef" providerId="Windows Live" clId="Web-{E2EBA4E6-910D-482C-5E6A-55B9E4992924}" dt="2024-06-04T03:53:38.280" v="248" actId="20577"/>
          <ac:spMkLst>
            <pc:docMk/>
            <pc:sldMk cId="595781105" sldId="268"/>
            <ac:spMk id="2" creationId="{712F5C65-2C03-EC58-58B6-1260372C76B6}"/>
          </ac:spMkLst>
        </pc:spChg>
      </pc:sldChg>
      <pc:sldChg chg="modSp new">
        <pc:chgData name="Prashant Semwal" userId="cdb7dcb214019aef" providerId="Windows Live" clId="Web-{E2EBA4E6-910D-482C-5E6A-55B9E4992924}" dt="2024-06-04T03:54:18.155" v="251" actId="20577"/>
        <pc:sldMkLst>
          <pc:docMk/>
          <pc:sldMk cId="3174932406" sldId="269"/>
        </pc:sldMkLst>
        <pc:spChg chg="mod">
          <ac:chgData name="Prashant Semwal" userId="cdb7dcb214019aef" providerId="Windows Live" clId="Web-{E2EBA4E6-910D-482C-5E6A-55B9E4992924}" dt="2024-06-04T03:54:18.155" v="251" actId="20577"/>
          <ac:spMkLst>
            <pc:docMk/>
            <pc:sldMk cId="3174932406" sldId="269"/>
            <ac:spMk id="2" creationId="{1D633730-B1A6-1C18-7B4D-F349B50C654C}"/>
          </ac:spMkLst>
        </pc:spChg>
      </pc:sldChg>
      <pc:sldChg chg="modSp new">
        <pc:chgData name="Prashant Semwal" userId="cdb7dcb214019aef" providerId="Windows Live" clId="Web-{E2EBA4E6-910D-482C-5E6A-55B9E4992924}" dt="2024-06-04T03:55:02.562" v="254" actId="20577"/>
        <pc:sldMkLst>
          <pc:docMk/>
          <pc:sldMk cId="4017579350" sldId="270"/>
        </pc:sldMkLst>
        <pc:spChg chg="mod">
          <ac:chgData name="Prashant Semwal" userId="cdb7dcb214019aef" providerId="Windows Live" clId="Web-{E2EBA4E6-910D-482C-5E6A-55B9E4992924}" dt="2024-06-04T03:55:02.562" v="254" actId="20577"/>
          <ac:spMkLst>
            <pc:docMk/>
            <pc:sldMk cId="4017579350" sldId="270"/>
            <ac:spMk id="2" creationId="{B5219931-6A0A-BB79-A09D-BC7EC1E32624}"/>
          </ac:spMkLst>
        </pc:spChg>
      </pc:sldChg>
      <pc:sldChg chg="modSp new">
        <pc:chgData name="Prashant Semwal" userId="cdb7dcb214019aef" providerId="Windows Live" clId="Web-{E2EBA4E6-910D-482C-5E6A-55B9E4992924}" dt="2024-06-04T03:59:41.987" v="323" actId="14100"/>
        <pc:sldMkLst>
          <pc:docMk/>
          <pc:sldMk cId="4248964970" sldId="271"/>
        </pc:sldMkLst>
        <pc:spChg chg="mod">
          <ac:chgData name="Prashant Semwal" userId="cdb7dcb214019aef" providerId="Windows Live" clId="Web-{E2EBA4E6-910D-482C-5E6A-55B9E4992924}" dt="2024-06-04T03:55:46.422" v="270" actId="20577"/>
          <ac:spMkLst>
            <pc:docMk/>
            <pc:sldMk cId="4248964970" sldId="271"/>
            <ac:spMk id="2" creationId="{4074D9B6-C27C-10EC-1896-F654AED80F44}"/>
          </ac:spMkLst>
        </pc:spChg>
        <pc:spChg chg="mod">
          <ac:chgData name="Prashant Semwal" userId="cdb7dcb214019aef" providerId="Windows Live" clId="Web-{E2EBA4E6-910D-482C-5E6A-55B9E4992924}" dt="2024-06-04T03:59:41.987" v="323" actId="14100"/>
          <ac:spMkLst>
            <pc:docMk/>
            <pc:sldMk cId="4248964970" sldId="271"/>
            <ac:spMk id="3" creationId="{34099FA5-2C07-4390-636C-2FEF0613E81A}"/>
          </ac:spMkLst>
        </pc:spChg>
      </pc:sldChg>
      <pc:sldChg chg="modSp new">
        <pc:chgData name="Prashant Semwal" userId="cdb7dcb214019aef" providerId="Windows Live" clId="Web-{E2EBA4E6-910D-482C-5E6A-55B9E4992924}" dt="2024-06-04T04:05:24.147" v="357" actId="20577"/>
        <pc:sldMkLst>
          <pc:docMk/>
          <pc:sldMk cId="562260142" sldId="272"/>
        </pc:sldMkLst>
        <pc:spChg chg="mod">
          <ac:chgData name="Prashant Semwal" userId="cdb7dcb214019aef" providerId="Windows Live" clId="Web-{E2EBA4E6-910D-482C-5E6A-55B9E4992924}" dt="2024-06-04T04:00:46.800" v="326" actId="20577"/>
          <ac:spMkLst>
            <pc:docMk/>
            <pc:sldMk cId="562260142" sldId="272"/>
            <ac:spMk id="2" creationId="{BFD7E105-7383-B932-3DC1-694BA2C42D29}"/>
          </ac:spMkLst>
        </pc:spChg>
        <pc:spChg chg="mod">
          <ac:chgData name="Prashant Semwal" userId="cdb7dcb214019aef" providerId="Windows Live" clId="Web-{E2EBA4E6-910D-482C-5E6A-55B9E4992924}" dt="2024-06-04T04:05:24.147" v="357" actId="20577"/>
          <ac:spMkLst>
            <pc:docMk/>
            <pc:sldMk cId="562260142" sldId="272"/>
            <ac:spMk id="3" creationId="{6B4C638F-109C-BB0A-E8DF-135486EE0819}"/>
          </ac:spMkLst>
        </pc:spChg>
      </pc:sldChg>
      <pc:sldChg chg="new">
        <pc:chgData name="Prashant Semwal" userId="cdb7dcb214019aef" providerId="Windows Live" clId="Web-{E2EBA4E6-910D-482C-5E6A-55B9E4992924}" dt="2024-06-04T04:05:24.788" v="358"/>
        <pc:sldMkLst>
          <pc:docMk/>
          <pc:sldMk cId="441233522" sldId="273"/>
        </pc:sldMkLst>
      </pc:sldChg>
    </pc:docChg>
  </pc:docChgLst>
  <pc:docChgLst>
    <pc:chgData name="Prashant Semwal" userId="cdb7dcb214019aef" providerId="Windows Live" clId="Web-{92530A01-372D-2CC7-6695-8BD1E60A7900}"/>
    <pc:docChg chg="addSld modSld">
      <pc:chgData name="Prashant Semwal" userId="cdb7dcb214019aef" providerId="Windows Live" clId="Web-{92530A01-372D-2CC7-6695-8BD1E60A7900}" dt="2024-06-05T13:11:34.814" v="591"/>
      <pc:docMkLst>
        <pc:docMk/>
      </pc:docMkLst>
      <pc:sldChg chg="addSp delSp modSp">
        <pc:chgData name="Prashant Semwal" userId="cdb7dcb214019aef" providerId="Windows Live" clId="Web-{92530A01-372D-2CC7-6695-8BD1E60A7900}" dt="2024-06-05T12:22:26.248" v="120" actId="1076"/>
        <pc:sldMkLst>
          <pc:docMk/>
          <pc:sldMk cId="109857222" sldId="256"/>
        </pc:sldMkLst>
        <pc:spChg chg="mod">
          <ac:chgData name="Prashant Semwal" userId="cdb7dcb214019aef" providerId="Windows Live" clId="Web-{92530A01-372D-2CC7-6695-8BD1E60A7900}" dt="2024-06-05T12:17:43.312" v="35" actId="20577"/>
          <ac:spMkLst>
            <pc:docMk/>
            <pc:sldMk cId="109857222" sldId="256"/>
            <ac:spMk id="2" creationId="{00000000-0000-0000-0000-000000000000}"/>
          </ac:spMkLst>
        </pc:spChg>
        <pc:spChg chg="mod">
          <ac:chgData name="Prashant Semwal" userId="cdb7dcb214019aef" providerId="Windows Live" clId="Web-{92530A01-372D-2CC7-6695-8BD1E60A7900}" dt="2024-06-05T12:22:08.482" v="116" actId="14100"/>
          <ac:spMkLst>
            <pc:docMk/>
            <pc:sldMk cId="109857222" sldId="256"/>
            <ac:spMk id="3" creationId="{00000000-0000-0000-0000-000000000000}"/>
          </ac:spMkLst>
        </pc:spChg>
        <pc:picChg chg="mod">
          <ac:chgData name="Prashant Semwal" userId="cdb7dcb214019aef" providerId="Windows Live" clId="Web-{92530A01-372D-2CC7-6695-8BD1E60A7900}" dt="2024-06-05T12:22:26.248" v="120" actId="1076"/>
          <ac:picMkLst>
            <pc:docMk/>
            <pc:sldMk cId="109857222" sldId="256"/>
            <ac:picMk id="4" creationId="{3EA1E77B-B56A-5C87-590A-E869864D83FE}"/>
          </ac:picMkLst>
        </pc:picChg>
        <pc:picChg chg="add del mod">
          <ac:chgData name="Prashant Semwal" userId="cdb7dcb214019aef" providerId="Windows Live" clId="Web-{92530A01-372D-2CC7-6695-8BD1E60A7900}" dt="2024-06-05T12:14:32.484" v="15"/>
          <ac:picMkLst>
            <pc:docMk/>
            <pc:sldMk cId="109857222" sldId="256"/>
            <ac:picMk id="5" creationId="{F187C9BB-6290-1C6C-F4A9-24FD52C45A7C}"/>
          </ac:picMkLst>
        </pc:picChg>
      </pc:sldChg>
      <pc:sldChg chg="modSp">
        <pc:chgData name="Prashant Semwal" userId="cdb7dcb214019aef" providerId="Windows Live" clId="Web-{92530A01-372D-2CC7-6695-8BD1E60A7900}" dt="2024-06-05T12:27:07.325" v="413" actId="20577"/>
        <pc:sldMkLst>
          <pc:docMk/>
          <pc:sldMk cId="2132995402" sldId="257"/>
        </pc:sldMkLst>
        <pc:spChg chg="mod">
          <ac:chgData name="Prashant Semwal" userId="cdb7dcb214019aef" providerId="Windows Live" clId="Web-{92530A01-372D-2CC7-6695-8BD1E60A7900}" dt="2024-06-05T12:27:07.325" v="413" actId="20577"/>
          <ac:spMkLst>
            <pc:docMk/>
            <pc:sldMk cId="2132995402" sldId="257"/>
            <ac:spMk id="3" creationId="{1FA82ADC-E1F1-E47D-9576-CBF77D984EB0}"/>
          </ac:spMkLst>
        </pc:spChg>
      </pc:sldChg>
      <pc:sldChg chg="modSp">
        <pc:chgData name="Prashant Semwal" userId="cdb7dcb214019aef" providerId="Windows Live" clId="Web-{92530A01-372D-2CC7-6695-8BD1E60A7900}" dt="2024-06-05T12:56:15.005" v="493" actId="20577"/>
        <pc:sldMkLst>
          <pc:docMk/>
          <pc:sldMk cId="3317855514" sldId="258"/>
        </pc:sldMkLst>
        <pc:spChg chg="mod">
          <ac:chgData name="Prashant Semwal" userId="cdb7dcb214019aef" providerId="Windows Live" clId="Web-{92530A01-372D-2CC7-6695-8BD1E60A7900}" dt="2024-06-05T12:56:15.005" v="493" actId="20577"/>
          <ac:spMkLst>
            <pc:docMk/>
            <pc:sldMk cId="3317855514" sldId="258"/>
            <ac:spMk id="3" creationId="{3DB35EB9-2AE6-9ABB-C167-4AE653A00378}"/>
          </ac:spMkLst>
        </pc:spChg>
      </pc:sldChg>
      <pc:sldChg chg="modSp new">
        <pc:chgData name="Prashant Semwal" userId="cdb7dcb214019aef" providerId="Windows Live" clId="Web-{92530A01-372D-2CC7-6695-8BD1E60A7900}" dt="2024-06-05T13:11:32.282" v="590" actId="20577"/>
        <pc:sldMkLst>
          <pc:docMk/>
          <pc:sldMk cId="1417123594" sldId="275"/>
        </pc:sldMkLst>
        <pc:spChg chg="mod">
          <ac:chgData name="Prashant Semwal" userId="cdb7dcb214019aef" providerId="Windows Live" clId="Web-{92530A01-372D-2CC7-6695-8BD1E60A7900}" dt="2024-06-05T12:57:05.130" v="506" actId="20577"/>
          <ac:spMkLst>
            <pc:docMk/>
            <pc:sldMk cId="1417123594" sldId="275"/>
            <ac:spMk id="2" creationId="{5ABDA1D5-690B-C203-A5EB-FE65ADB937C4}"/>
          </ac:spMkLst>
        </pc:spChg>
        <pc:spChg chg="mod">
          <ac:chgData name="Prashant Semwal" userId="cdb7dcb214019aef" providerId="Windows Live" clId="Web-{92530A01-372D-2CC7-6695-8BD1E60A7900}" dt="2024-06-05T13:11:32.282" v="590" actId="20577"/>
          <ac:spMkLst>
            <pc:docMk/>
            <pc:sldMk cId="1417123594" sldId="275"/>
            <ac:spMk id="3" creationId="{077A201A-41CA-15D5-6467-B31ABF7E265D}"/>
          </ac:spMkLst>
        </pc:spChg>
      </pc:sldChg>
      <pc:sldChg chg="new">
        <pc:chgData name="Prashant Semwal" userId="cdb7dcb214019aef" providerId="Windows Live" clId="Web-{92530A01-372D-2CC7-6695-8BD1E60A7900}" dt="2024-06-05T13:11:34.814" v="591"/>
        <pc:sldMkLst>
          <pc:docMk/>
          <pc:sldMk cId="4081799734" sldId="276"/>
        </pc:sldMkLst>
      </pc:sldChg>
    </pc:docChg>
  </pc:docChgLst>
  <pc:docChgLst>
    <pc:chgData name="Prashant Semwal" userId="cdb7dcb214019aef" providerId="Windows Live" clId="Web-{F1CA9C88-2C23-2595-6283-26DDFD716DAE}"/>
    <pc:docChg chg="addSld delSld modSld sldOrd modMainMaster">
      <pc:chgData name="Prashant Semwal" userId="cdb7dcb214019aef" providerId="Windows Live" clId="Web-{F1CA9C88-2C23-2595-6283-26DDFD716DAE}" dt="2024-06-05T21:30:17.696" v="1612" actId="14100"/>
      <pc:docMkLst>
        <pc:docMk/>
      </pc:docMkLst>
      <pc:sldChg chg="modSp mod setBg">
        <pc:chgData name="Prashant Semwal" userId="cdb7dcb214019aef" providerId="Windows Live" clId="Web-{F1CA9C88-2C23-2595-6283-26DDFD716DAE}" dt="2024-06-05T16:25:41.366" v="658"/>
        <pc:sldMkLst>
          <pc:docMk/>
          <pc:sldMk cId="109857222" sldId="256"/>
        </pc:sldMkLst>
        <pc:spChg chg="mod">
          <ac:chgData name="Prashant Semwal" userId="cdb7dcb214019aef" providerId="Windows Live" clId="Web-{F1CA9C88-2C23-2595-6283-26DDFD716DAE}" dt="2024-06-05T14:00:33.605" v="3" actId="20577"/>
          <ac:spMkLst>
            <pc:docMk/>
            <pc:sldMk cId="109857222" sldId="256"/>
            <ac:spMk id="2" creationId="{00000000-0000-0000-0000-000000000000}"/>
          </ac:spMkLst>
        </pc:spChg>
      </pc:sldChg>
      <pc:sldChg chg="modSp mod ord">
        <pc:chgData name="Prashant Semwal" userId="cdb7dcb214019aef" providerId="Windows Live" clId="Web-{F1CA9C88-2C23-2595-6283-26DDFD716DAE}" dt="2024-06-05T21:30:17.696" v="1612" actId="14100"/>
        <pc:sldMkLst>
          <pc:docMk/>
          <pc:sldMk cId="2132995402" sldId="257"/>
        </pc:sldMkLst>
        <pc:spChg chg="mod">
          <ac:chgData name="Prashant Semwal" userId="cdb7dcb214019aef" providerId="Windows Live" clId="Web-{F1CA9C88-2C23-2595-6283-26DDFD716DAE}" dt="2024-06-05T21:30:12.055" v="1610" actId="14100"/>
          <ac:spMkLst>
            <pc:docMk/>
            <pc:sldMk cId="2132995402" sldId="257"/>
            <ac:spMk id="2" creationId="{67AE34C1-423B-9E5D-74B3-C6A36F5AF9C3}"/>
          </ac:spMkLst>
        </pc:spChg>
        <pc:spChg chg="mod">
          <ac:chgData name="Prashant Semwal" userId="cdb7dcb214019aef" providerId="Windows Live" clId="Web-{F1CA9C88-2C23-2595-6283-26DDFD716DAE}" dt="2024-06-05T21:30:17.696" v="1612" actId="14100"/>
          <ac:spMkLst>
            <pc:docMk/>
            <pc:sldMk cId="2132995402" sldId="257"/>
            <ac:spMk id="3" creationId="{1FA82ADC-E1F1-E47D-9576-CBF77D984EB0}"/>
          </ac:spMkLst>
        </pc:spChg>
      </pc:sldChg>
      <pc:sldChg chg="modSp mod">
        <pc:chgData name="Prashant Semwal" userId="cdb7dcb214019aef" providerId="Windows Live" clId="Web-{F1CA9C88-2C23-2595-6283-26DDFD716DAE}" dt="2024-06-05T21:19:21.319" v="1446" actId="20577"/>
        <pc:sldMkLst>
          <pc:docMk/>
          <pc:sldMk cId="3317855514" sldId="258"/>
        </pc:sldMkLst>
        <pc:spChg chg="mod">
          <ac:chgData name="Prashant Semwal" userId="cdb7dcb214019aef" providerId="Windows Live" clId="Web-{F1CA9C88-2C23-2595-6283-26DDFD716DAE}" dt="2024-06-05T21:19:21.319" v="1446" actId="20577"/>
          <ac:spMkLst>
            <pc:docMk/>
            <pc:sldMk cId="3317855514" sldId="258"/>
            <ac:spMk id="2" creationId="{8555D89F-8830-0840-F938-6EC01BD08923}"/>
          </ac:spMkLst>
        </pc:spChg>
      </pc:sldChg>
      <pc:sldChg chg="addSp delSp modSp mod setBg">
        <pc:chgData name="Prashant Semwal" userId="cdb7dcb214019aef" providerId="Windows Live" clId="Web-{F1CA9C88-2C23-2595-6283-26DDFD716DAE}" dt="2024-06-05T16:25:41.366" v="658"/>
        <pc:sldMkLst>
          <pc:docMk/>
          <pc:sldMk cId="899098510" sldId="259"/>
        </pc:sldMkLst>
        <pc:spChg chg="mod">
          <ac:chgData name="Prashant Semwal" userId="cdb7dcb214019aef" providerId="Windows Live" clId="Web-{F1CA9C88-2C23-2595-6283-26DDFD716DAE}" dt="2024-06-05T14:45:52.007" v="140" actId="20577"/>
          <ac:spMkLst>
            <pc:docMk/>
            <pc:sldMk cId="899098510" sldId="259"/>
            <ac:spMk id="2" creationId="{CD83CBA5-B41D-4EBD-5E33-7D07152AD449}"/>
          </ac:spMkLst>
        </pc:spChg>
        <pc:spChg chg="mod">
          <ac:chgData name="Prashant Semwal" userId="cdb7dcb214019aef" providerId="Windows Live" clId="Web-{F1CA9C88-2C23-2595-6283-26DDFD716DAE}" dt="2024-06-05T14:49:02.631" v="162" actId="20577"/>
          <ac:spMkLst>
            <pc:docMk/>
            <pc:sldMk cId="899098510" sldId="259"/>
            <ac:spMk id="3" creationId="{23F9FCC5-7831-D4A9-359B-18CB6DCB4F2D}"/>
          </ac:spMkLst>
        </pc:spChg>
        <pc:picChg chg="add del mod">
          <ac:chgData name="Prashant Semwal" userId="cdb7dcb214019aef" providerId="Windows Live" clId="Web-{F1CA9C88-2C23-2595-6283-26DDFD716DAE}" dt="2024-06-05T14:46:51.491" v="144"/>
          <ac:picMkLst>
            <pc:docMk/>
            <pc:sldMk cId="899098510" sldId="259"/>
            <ac:picMk id="4" creationId="{224597E2-32ED-A99F-7EC5-67F7B0D38CFB}"/>
          </ac:picMkLst>
        </pc:picChg>
      </pc:sldChg>
      <pc:sldChg chg="modSp mod ord">
        <pc:chgData name="Prashant Semwal" userId="cdb7dcb214019aef" providerId="Windows Live" clId="Web-{F1CA9C88-2C23-2595-6283-26DDFD716DAE}" dt="2024-06-05T21:24:55.164" v="1483" actId="1076"/>
        <pc:sldMkLst>
          <pc:docMk/>
          <pc:sldMk cId="1626441459" sldId="260"/>
        </pc:sldMkLst>
        <pc:spChg chg="mod">
          <ac:chgData name="Prashant Semwal" userId="cdb7dcb214019aef" providerId="Windows Live" clId="Web-{F1CA9C88-2C23-2595-6283-26DDFD716DAE}" dt="2024-06-05T21:24:55.164" v="1483" actId="1076"/>
          <ac:spMkLst>
            <pc:docMk/>
            <pc:sldMk cId="1626441459" sldId="260"/>
            <ac:spMk id="2" creationId="{F50C1C69-5CE6-BF1D-BEEE-B622316F470E}"/>
          </ac:spMkLst>
        </pc:spChg>
        <pc:spChg chg="mod">
          <ac:chgData name="Prashant Semwal" userId="cdb7dcb214019aef" providerId="Windows Live" clId="Web-{F1CA9C88-2C23-2595-6283-26DDFD716DAE}" dt="2024-06-05T21:24:51.429" v="1482" actId="14100"/>
          <ac:spMkLst>
            <pc:docMk/>
            <pc:sldMk cId="1626441459" sldId="260"/>
            <ac:spMk id="3" creationId="{F4CE4B3B-FEDD-8EBC-0626-44BEC94C8015}"/>
          </ac:spMkLst>
        </pc:spChg>
      </pc:sldChg>
      <pc:sldChg chg="modSp del">
        <pc:chgData name="Prashant Semwal" userId="cdb7dcb214019aef" providerId="Windows Live" clId="Web-{F1CA9C88-2C23-2595-6283-26DDFD716DAE}" dt="2024-06-05T15:41:10.111" v="512"/>
        <pc:sldMkLst>
          <pc:docMk/>
          <pc:sldMk cId="2810904251" sldId="261"/>
        </pc:sldMkLst>
        <pc:spChg chg="mod">
          <ac:chgData name="Prashant Semwal" userId="cdb7dcb214019aef" providerId="Windows Live" clId="Web-{F1CA9C88-2C23-2595-6283-26DDFD716DAE}" dt="2024-06-05T15:41:05.939" v="511" actId="20577"/>
          <ac:spMkLst>
            <pc:docMk/>
            <pc:sldMk cId="2810904251" sldId="261"/>
            <ac:spMk id="2" creationId="{6583CC45-E744-0705-4F73-0AAD5A67F779}"/>
          </ac:spMkLst>
        </pc:spChg>
      </pc:sldChg>
      <pc:sldChg chg="addSp delSp modSp mod setBg">
        <pc:chgData name="Prashant Semwal" userId="cdb7dcb214019aef" providerId="Windows Live" clId="Web-{F1CA9C88-2C23-2595-6283-26DDFD716DAE}" dt="2024-06-05T17:11:34.724" v="887" actId="20577"/>
        <pc:sldMkLst>
          <pc:docMk/>
          <pc:sldMk cId="2265428394" sldId="262"/>
        </pc:sldMkLst>
        <pc:spChg chg="mod">
          <ac:chgData name="Prashant Semwal" userId="cdb7dcb214019aef" providerId="Windows Live" clId="Web-{F1CA9C88-2C23-2595-6283-26DDFD716DAE}" dt="2024-06-05T17:09:48.693" v="860"/>
          <ac:spMkLst>
            <pc:docMk/>
            <pc:sldMk cId="2265428394" sldId="262"/>
            <ac:spMk id="2" creationId="{77BFF232-145F-1D79-0875-66EC793B8B1A}"/>
          </ac:spMkLst>
        </pc:spChg>
        <pc:spChg chg="mod">
          <ac:chgData name="Prashant Semwal" userId="cdb7dcb214019aef" providerId="Windows Live" clId="Web-{F1CA9C88-2C23-2595-6283-26DDFD716DAE}" dt="2024-06-05T17:10:12.271" v="865" actId="14100"/>
          <ac:spMkLst>
            <pc:docMk/>
            <pc:sldMk cId="2265428394" sldId="262"/>
            <ac:spMk id="3" creationId="{FAC4474B-81BC-DD0C-CEAB-0621F1635727}"/>
          </ac:spMkLst>
        </pc:spChg>
        <pc:spChg chg="add mod">
          <ac:chgData name="Prashant Semwal" userId="cdb7dcb214019aef" providerId="Windows Live" clId="Web-{F1CA9C88-2C23-2595-6283-26DDFD716DAE}" dt="2024-06-05T17:11:34.724" v="887" actId="20577"/>
          <ac:spMkLst>
            <pc:docMk/>
            <pc:sldMk cId="2265428394" sldId="262"/>
            <ac:spMk id="5" creationId="{3408D903-7637-AE6D-94AB-91176071D4D8}"/>
          </ac:spMkLst>
        </pc:spChg>
        <pc:spChg chg="add del">
          <ac:chgData name="Prashant Semwal" userId="cdb7dcb214019aef" providerId="Windows Live" clId="Web-{F1CA9C88-2C23-2595-6283-26DDFD716DAE}" dt="2024-06-05T17:08:15.068" v="848"/>
          <ac:spMkLst>
            <pc:docMk/>
            <pc:sldMk cId="2265428394" sldId="262"/>
            <ac:spMk id="9" creationId="{058A14AF-9FB5-4CC7-BA35-E8E85D3EDF0E}"/>
          </ac:spMkLst>
        </pc:spChg>
        <pc:spChg chg="add del">
          <ac:chgData name="Prashant Semwal" userId="cdb7dcb214019aef" providerId="Windows Live" clId="Web-{F1CA9C88-2C23-2595-6283-26DDFD716DAE}" dt="2024-06-05T17:08:15.068" v="848"/>
          <ac:spMkLst>
            <pc:docMk/>
            <pc:sldMk cId="2265428394" sldId="262"/>
            <ac:spMk id="11" creationId="{3A9A4357-BD1D-4622-A4FE-766E6AB8DE84}"/>
          </ac:spMkLst>
        </pc:spChg>
        <pc:spChg chg="add del">
          <ac:chgData name="Prashant Semwal" userId="cdb7dcb214019aef" providerId="Windows Live" clId="Web-{F1CA9C88-2C23-2595-6283-26DDFD716DAE}" dt="2024-06-05T17:08:15.068" v="848"/>
          <ac:spMkLst>
            <pc:docMk/>
            <pc:sldMk cId="2265428394" sldId="262"/>
            <ac:spMk id="13" creationId="{E659831F-0D9A-4C63-9EBB-8435B85A440F}"/>
          </ac:spMkLst>
        </pc:spChg>
        <pc:spChg chg="add del">
          <ac:chgData name="Prashant Semwal" userId="cdb7dcb214019aef" providerId="Windows Live" clId="Web-{F1CA9C88-2C23-2595-6283-26DDFD716DAE}" dt="2024-06-05T17:08:15.068" v="848"/>
          <ac:spMkLst>
            <pc:docMk/>
            <pc:sldMk cId="2265428394" sldId="262"/>
            <ac:spMk id="15" creationId="{E6995CE5-F890-4ABA-82A2-26507CE8D2A3}"/>
          </ac:spMkLst>
        </pc:spChg>
        <pc:spChg chg="add del">
          <ac:chgData name="Prashant Semwal" userId="cdb7dcb214019aef" providerId="Windows Live" clId="Web-{F1CA9C88-2C23-2595-6283-26DDFD716DAE}" dt="2024-06-05T17:09:48.693" v="860"/>
          <ac:spMkLst>
            <pc:docMk/>
            <pc:sldMk cId="2265428394" sldId="262"/>
            <ac:spMk id="18" creationId="{B6FACB3C-9069-4791-BC5C-0DB7CD19B853}"/>
          </ac:spMkLst>
        </pc:spChg>
        <pc:spChg chg="add del">
          <ac:chgData name="Prashant Semwal" userId="cdb7dcb214019aef" providerId="Windows Live" clId="Web-{F1CA9C88-2C23-2595-6283-26DDFD716DAE}" dt="2024-06-05T17:09:48.693" v="860"/>
          <ac:spMkLst>
            <pc:docMk/>
            <pc:sldMk cId="2265428394" sldId="262"/>
            <ac:spMk id="19" creationId="{71F2038E-D777-4B76-81DD-DD13EE91B9DD}"/>
          </ac:spMkLst>
        </pc:spChg>
        <pc:grpChg chg="add del">
          <ac:chgData name="Prashant Semwal" userId="cdb7dcb214019aef" providerId="Windows Live" clId="Web-{F1CA9C88-2C23-2595-6283-26DDFD716DAE}" dt="2024-06-05T17:09:48.693" v="860"/>
          <ac:grpSpMkLst>
            <pc:docMk/>
            <pc:sldMk cId="2265428394" sldId="262"/>
            <ac:grpSpMk id="20" creationId="{DD354807-230F-4402-B1B9-F733A8F1F190}"/>
          </ac:grpSpMkLst>
        </pc:grpChg>
        <pc:picChg chg="add mod">
          <ac:chgData name="Prashant Semwal" userId="cdb7dcb214019aef" providerId="Windows Live" clId="Web-{F1CA9C88-2C23-2595-6283-26DDFD716DAE}" dt="2024-06-05T17:10:29.240" v="868" actId="14100"/>
          <ac:picMkLst>
            <pc:docMk/>
            <pc:sldMk cId="2265428394" sldId="262"/>
            <ac:picMk id="4" creationId="{C8A03C61-71F0-C83C-1522-33BA23C5C775}"/>
          </ac:picMkLst>
        </pc:picChg>
      </pc:sldChg>
      <pc:sldChg chg="modSp mod ord">
        <pc:chgData name="Prashant Semwal" userId="cdb7dcb214019aef" providerId="Windows Live" clId="Web-{F1CA9C88-2C23-2595-6283-26DDFD716DAE}" dt="2024-06-05T17:06:08.412" v="842" actId="20577"/>
        <pc:sldMkLst>
          <pc:docMk/>
          <pc:sldMk cId="3462133628" sldId="263"/>
        </pc:sldMkLst>
        <pc:spChg chg="mod">
          <ac:chgData name="Prashant Semwal" userId="cdb7dcb214019aef" providerId="Windows Live" clId="Web-{F1CA9C88-2C23-2595-6283-26DDFD716DAE}" dt="2024-06-05T17:06:08.412" v="842" actId="20577"/>
          <ac:spMkLst>
            <pc:docMk/>
            <pc:sldMk cId="3462133628" sldId="263"/>
            <ac:spMk id="3" creationId="{05CBEF18-796A-69E4-D381-F07809C1B2CC}"/>
          </ac:spMkLst>
        </pc:spChg>
      </pc:sldChg>
      <pc:sldChg chg="modSp mod">
        <pc:chgData name="Prashant Semwal" userId="cdb7dcb214019aef" providerId="Windows Live" clId="Web-{F1CA9C88-2C23-2595-6283-26DDFD716DAE}" dt="2024-06-05T17:16:58.958" v="979" actId="20577"/>
        <pc:sldMkLst>
          <pc:docMk/>
          <pc:sldMk cId="2868961052" sldId="264"/>
        </pc:sldMkLst>
        <pc:spChg chg="mod">
          <ac:chgData name="Prashant Semwal" userId="cdb7dcb214019aef" providerId="Windows Live" clId="Web-{F1CA9C88-2C23-2595-6283-26DDFD716DAE}" dt="2024-06-05T17:16:58.958" v="979" actId="20577"/>
          <ac:spMkLst>
            <pc:docMk/>
            <pc:sldMk cId="2868961052" sldId="264"/>
            <ac:spMk id="3" creationId="{F8D8489A-0DA8-45E7-710D-EFDC569E7EBD}"/>
          </ac:spMkLst>
        </pc:spChg>
      </pc:sldChg>
      <pc:sldChg chg="addSp modSp mod">
        <pc:chgData name="Prashant Semwal" userId="cdb7dcb214019aef" providerId="Windows Live" clId="Web-{F1CA9C88-2C23-2595-6283-26DDFD716DAE}" dt="2024-06-05T17:52:11.677" v="995" actId="14100"/>
        <pc:sldMkLst>
          <pc:docMk/>
          <pc:sldMk cId="3054625892" sldId="265"/>
        </pc:sldMkLst>
        <pc:spChg chg="mod">
          <ac:chgData name="Prashant Semwal" userId="cdb7dcb214019aef" providerId="Windows Live" clId="Web-{F1CA9C88-2C23-2595-6283-26DDFD716DAE}" dt="2024-06-05T17:50:52.927" v="989" actId="1076"/>
          <ac:spMkLst>
            <pc:docMk/>
            <pc:sldMk cId="3054625892" sldId="265"/>
            <ac:spMk id="2" creationId="{CCF9EF70-BA6E-CB09-73B3-8C3247BA364B}"/>
          </ac:spMkLst>
        </pc:spChg>
        <pc:spChg chg="mod">
          <ac:chgData name="Prashant Semwal" userId="cdb7dcb214019aef" providerId="Windows Live" clId="Web-{F1CA9C88-2C23-2595-6283-26DDFD716DAE}" dt="2024-06-05T17:51:07.270" v="990" actId="20577"/>
          <ac:spMkLst>
            <pc:docMk/>
            <pc:sldMk cId="3054625892" sldId="265"/>
            <ac:spMk id="3" creationId="{36FA3617-BCB9-B77A-3EC4-EBF544FEA134}"/>
          </ac:spMkLst>
        </pc:spChg>
        <pc:spChg chg="add mod">
          <ac:chgData name="Prashant Semwal" userId="cdb7dcb214019aef" providerId="Windows Live" clId="Web-{F1CA9C88-2C23-2595-6283-26DDFD716DAE}" dt="2024-06-05T17:52:11.677" v="995" actId="14100"/>
          <ac:spMkLst>
            <pc:docMk/>
            <pc:sldMk cId="3054625892" sldId="265"/>
            <ac:spMk id="5" creationId="{9F3C747E-DA73-89E9-0A8E-1A451F393A6C}"/>
          </ac:spMkLst>
        </pc:spChg>
        <pc:picChg chg="add mod">
          <ac:chgData name="Prashant Semwal" userId="cdb7dcb214019aef" providerId="Windows Live" clId="Web-{F1CA9C88-2C23-2595-6283-26DDFD716DAE}" dt="2024-06-05T17:51:15.895" v="991" actId="14100"/>
          <ac:picMkLst>
            <pc:docMk/>
            <pc:sldMk cId="3054625892" sldId="265"/>
            <ac:picMk id="4" creationId="{89B5CEA9-9520-6FF6-7380-E44F77DDB503}"/>
          </ac:picMkLst>
        </pc:picChg>
      </pc:sldChg>
      <pc:sldChg chg="addSp delSp modSp mod">
        <pc:chgData name="Prashant Semwal" userId="cdb7dcb214019aef" providerId="Windows Live" clId="Web-{F1CA9C88-2C23-2595-6283-26DDFD716DAE}" dt="2024-06-05T18:14:07.487" v="1022" actId="1076"/>
        <pc:sldMkLst>
          <pc:docMk/>
          <pc:sldMk cId="101610601" sldId="266"/>
        </pc:sldMkLst>
        <pc:spChg chg="mod">
          <ac:chgData name="Prashant Semwal" userId="cdb7dcb214019aef" providerId="Windows Live" clId="Web-{F1CA9C88-2C23-2595-6283-26DDFD716DAE}" dt="2024-06-05T18:13:58.159" v="1020" actId="14100"/>
          <ac:spMkLst>
            <pc:docMk/>
            <pc:sldMk cId="101610601" sldId="266"/>
            <ac:spMk id="2" creationId="{9672F4E0-69C9-1B1D-0654-1CCE27511913}"/>
          </ac:spMkLst>
        </pc:spChg>
        <pc:spChg chg="mod">
          <ac:chgData name="Prashant Semwal" userId="cdb7dcb214019aef" providerId="Windows Live" clId="Web-{F1CA9C88-2C23-2595-6283-26DDFD716DAE}" dt="2024-06-05T18:14:02.565" v="1021" actId="1076"/>
          <ac:spMkLst>
            <pc:docMk/>
            <pc:sldMk cId="101610601" sldId="266"/>
            <ac:spMk id="3" creationId="{C2F3B534-1DA6-68FE-76D1-047F77C93E6F}"/>
          </ac:spMkLst>
        </pc:spChg>
        <pc:picChg chg="add del mod">
          <ac:chgData name="Prashant Semwal" userId="cdb7dcb214019aef" providerId="Windows Live" clId="Web-{F1CA9C88-2C23-2595-6283-26DDFD716DAE}" dt="2024-06-05T18:13:20.612" v="1013"/>
          <ac:picMkLst>
            <pc:docMk/>
            <pc:sldMk cId="101610601" sldId="266"/>
            <ac:picMk id="4" creationId="{1AB9C03B-A4C3-7571-9ADD-984729C00103}"/>
          </ac:picMkLst>
        </pc:picChg>
        <pc:picChg chg="add mod">
          <ac:chgData name="Prashant Semwal" userId="cdb7dcb214019aef" providerId="Windows Live" clId="Web-{F1CA9C88-2C23-2595-6283-26DDFD716DAE}" dt="2024-06-05T18:14:07.487" v="1022" actId="1076"/>
          <ac:picMkLst>
            <pc:docMk/>
            <pc:sldMk cId="101610601" sldId="266"/>
            <ac:picMk id="5" creationId="{55BBDAF4-D0EE-6979-5D2C-33D9F0CEC614}"/>
          </ac:picMkLst>
        </pc:picChg>
      </pc:sldChg>
      <pc:sldChg chg="addSp modSp mod">
        <pc:chgData name="Prashant Semwal" userId="cdb7dcb214019aef" providerId="Windows Live" clId="Web-{F1CA9C88-2C23-2595-6283-26DDFD716DAE}" dt="2024-06-05T20:21:22.980" v="1061" actId="14100"/>
        <pc:sldMkLst>
          <pc:docMk/>
          <pc:sldMk cId="453862817" sldId="267"/>
        </pc:sldMkLst>
        <pc:spChg chg="mod">
          <ac:chgData name="Prashant Semwal" userId="cdb7dcb214019aef" providerId="Windows Live" clId="Web-{F1CA9C88-2C23-2595-6283-26DDFD716DAE}" dt="2024-06-05T18:41:29.296" v="1024" actId="14100"/>
          <ac:spMkLst>
            <pc:docMk/>
            <pc:sldMk cId="453862817" sldId="267"/>
            <ac:spMk id="2" creationId="{5D9AAB5E-8A37-9411-76DE-804A660DD051}"/>
          </ac:spMkLst>
        </pc:spChg>
        <pc:spChg chg="mod">
          <ac:chgData name="Prashant Semwal" userId="cdb7dcb214019aef" providerId="Windows Live" clId="Web-{F1CA9C88-2C23-2595-6283-26DDFD716DAE}" dt="2024-06-05T18:44:42.014" v="1029" actId="14100"/>
          <ac:spMkLst>
            <pc:docMk/>
            <pc:sldMk cId="453862817" sldId="267"/>
            <ac:spMk id="3" creationId="{9E44AF9B-94B0-2A6F-E457-C34E3ACF4A00}"/>
          </ac:spMkLst>
        </pc:spChg>
        <pc:spChg chg="add mod">
          <ac:chgData name="Prashant Semwal" userId="cdb7dcb214019aef" providerId="Windows Live" clId="Web-{F1CA9C88-2C23-2595-6283-26DDFD716DAE}" dt="2024-06-05T20:21:22.980" v="1061" actId="14100"/>
          <ac:spMkLst>
            <pc:docMk/>
            <pc:sldMk cId="453862817" sldId="267"/>
            <ac:spMk id="5" creationId="{E044D1E4-7772-E012-ED83-244659F4CFF6}"/>
          </ac:spMkLst>
        </pc:spChg>
        <pc:picChg chg="add mod">
          <ac:chgData name="Prashant Semwal" userId="cdb7dcb214019aef" providerId="Windows Live" clId="Web-{F1CA9C88-2C23-2595-6283-26DDFD716DAE}" dt="2024-06-05T18:45:14.936" v="1032" actId="1076"/>
          <ac:picMkLst>
            <pc:docMk/>
            <pc:sldMk cId="453862817" sldId="267"/>
            <ac:picMk id="4" creationId="{5C7EF70D-06E0-7F8F-A890-49D57E28D5D8}"/>
          </ac:picMkLst>
        </pc:picChg>
      </pc:sldChg>
      <pc:sldChg chg="del mod">
        <pc:chgData name="Prashant Semwal" userId="cdb7dcb214019aef" providerId="Windows Live" clId="Web-{F1CA9C88-2C23-2595-6283-26DDFD716DAE}" dt="2024-06-05T18:49:56.576" v="1033"/>
        <pc:sldMkLst>
          <pc:docMk/>
          <pc:sldMk cId="595781105" sldId="268"/>
        </pc:sldMkLst>
      </pc:sldChg>
      <pc:sldChg chg="addSp delSp modSp mod">
        <pc:chgData name="Prashant Semwal" userId="cdb7dcb214019aef" providerId="Windows Live" clId="Web-{F1CA9C88-2C23-2595-6283-26DDFD716DAE}" dt="2024-06-05T20:20:18.480" v="1057" actId="14100"/>
        <pc:sldMkLst>
          <pc:docMk/>
          <pc:sldMk cId="3174932406" sldId="269"/>
        </pc:sldMkLst>
        <pc:spChg chg="mod">
          <ac:chgData name="Prashant Semwal" userId="cdb7dcb214019aef" providerId="Windows Live" clId="Web-{F1CA9C88-2C23-2595-6283-26DDFD716DAE}" dt="2024-06-05T20:16:16.292" v="1042" actId="14100"/>
          <ac:spMkLst>
            <pc:docMk/>
            <pc:sldMk cId="3174932406" sldId="269"/>
            <ac:spMk id="3" creationId="{76859E0F-FAFD-85B2-2537-859268A63725}"/>
          </ac:spMkLst>
        </pc:spChg>
        <pc:spChg chg="add del mod">
          <ac:chgData name="Prashant Semwal" userId="cdb7dcb214019aef" providerId="Windows Live" clId="Web-{F1CA9C88-2C23-2595-6283-26DDFD716DAE}" dt="2024-06-05T20:19:15.496" v="1048"/>
          <ac:spMkLst>
            <pc:docMk/>
            <pc:sldMk cId="3174932406" sldId="269"/>
            <ac:spMk id="5" creationId="{55502EE5-54D3-2918-4B33-E4D8723ADD0F}"/>
          </ac:spMkLst>
        </pc:spChg>
        <pc:spChg chg="add">
          <ac:chgData name="Prashant Semwal" userId="cdb7dcb214019aef" providerId="Windows Live" clId="Web-{F1CA9C88-2C23-2595-6283-26DDFD716DAE}" dt="2024-06-05T20:19:25.761" v="1049"/>
          <ac:spMkLst>
            <pc:docMk/>
            <pc:sldMk cId="3174932406" sldId="269"/>
            <ac:spMk id="6" creationId="{031CC8F2-27D6-C1B0-421D-94A54EE6F3C5}"/>
          </ac:spMkLst>
        </pc:spChg>
        <pc:spChg chg="add del">
          <ac:chgData name="Prashant Semwal" userId="cdb7dcb214019aef" providerId="Windows Live" clId="Web-{F1CA9C88-2C23-2595-6283-26DDFD716DAE}" dt="2024-06-05T20:19:43.777" v="1051"/>
          <ac:spMkLst>
            <pc:docMk/>
            <pc:sldMk cId="3174932406" sldId="269"/>
            <ac:spMk id="7" creationId="{0A575984-2714-55D9-A4D6-8C4AA884D6E8}"/>
          </ac:spMkLst>
        </pc:spChg>
        <pc:spChg chg="add mod">
          <ac:chgData name="Prashant Semwal" userId="cdb7dcb214019aef" providerId="Windows Live" clId="Web-{F1CA9C88-2C23-2595-6283-26DDFD716DAE}" dt="2024-06-05T20:20:18.480" v="1057" actId="14100"/>
          <ac:spMkLst>
            <pc:docMk/>
            <pc:sldMk cId="3174932406" sldId="269"/>
            <ac:spMk id="8" creationId="{5CFAA603-43DC-4258-8A9F-D96F8D487F4F}"/>
          </ac:spMkLst>
        </pc:spChg>
        <pc:picChg chg="add mod">
          <ac:chgData name="Prashant Semwal" userId="cdb7dcb214019aef" providerId="Windows Live" clId="Web-{F1CA9C88-2C23-2595-6283-26DDFD716DAE}" dt="2024-06-05T20:16:16.245" v="1041" actId="1076"/>
          <ac:picMkLst>
            <pc:docMk/>
            <pc:sldMk cId="3174932406" sldId="269"/>
            <ac:picMk id="4" creationId="{A6DA5A62-72AA-3993-4663-8768DFCB8108}"/>
          </ac:picMkLst>
        </pc:picChg>
      </pc:sldChg>
      <pc:sldChg chg="del mod">
        <pc:chgData name="Prashant Semwal" userId="cdb7dcb214019aef" providerId="Windows Live" clId="Web-{F1CA9C88-2C23-2595-6283-26DDFD716DAE}" dt="2024-06-05T20:13:13.885" v="1034"/>
        <pc:sldMkLst>
          <pc:docMk/>
          <pc:sldMk cId="4017579350" sldId="270"/>
        </pc:sldMkLst>
      </pc:sldChg>
      <pc:sldChg chg="addSp delSp modSp mod">
        <pc:chgData name="Prashant Semwal" userId="cdb7dcb214019aef" providerId="Windows Live" clId="Web-{F1CA9C88-2C23-2595-6283-26DDFD716DAE}" dt="2024-06-05T20:26:29.731" v="1081" actId="14100"/>
        <pc:sldMkLst>
          <pc:docMk/>
          <pc:sldMk cId="4248964970" sldId="271"/>
        </pc:sldMkLst>
        <pc:spChg chg="mod">
          <ac:chgData name="Prashant Semwal" userId="cdb7dcb214019aef" providerId="Windows Live" clId="Web-{F1CA9C88-2C23-2595-6283-26DDFD716DAE}" dt="2024-06-05T20:23:57.231" v="1068" actId="14100"/>
          <ac:spMkLst>
            <pc:docMk/>
            <pc:sldMk cId="4248964970" sldId="271"/>
            <ac:spMk id="2" creationId="{4074D9B6-C27C-10EC-1896-F654AED80F44}"/>
          </ac:spMkLst>
        </pc:spChg>
        <pc:spChg chg="mod">
          <ac:chgData name="Prashant Semwal" userId="cdb7dcb214019aef" providerId="Windows Live" clId="Web-{F1CA9C88-2C23-2595-6283-26DDFD716DAE}" dt="2024-06-05T20:26:29.731" v="1081" actId="14100"/>
          <ac:spMkLst>
            <pc:docMk/>
            <pc:sldMk cId="4248964970" sldId="271"/>
            <ac:spMk id="3" creationId="{34099FA5-2C07-4390-636C-2FEF0613E81A}"/>
          </ac:spMkLst>
        </pc:spChg>
        <pc:picChg chg="add del mod">
          <ac:chgData name="Prashant Semwal" userId="cdb7dcb214019aef" providerId="Windows Live" clId="Web-{F1CA9C88-2C23-2595-6283-26DDFD716DAE}" dt="2024-06-05T20:26:18.278" v="1079"/>
          <ac:picMkLst>
            <pc:docMk/>
            <pc:sldMk cId="4248964970" sldId="271"/>
            <ac:picMk id="4" creationId="{89CBE35D-861E-F32E-0862-0ACB3F10E353}"/>
          </ac:picMkLst>
        </pc:picChg>
        <pc:picChg chg="add del mod">
          <ac:chgData name="Prashant Semwal" userId="cdb7dcb214019aef" providerId="Windows Live" clId="Web-{F1CA9C88-2C23-2595-6283-26DDFD716DAE}" dt="2024-06-05T20:26:20.309" v="1080"/>
          <ac:picMkLst>
            <pc:docMk/>
            <pc:sldMk cId="4248964970" sldId="271"/>
            <ac:picMk id="5" creationId="{D85953D8-7141-E02E-9EC2-AC3024435A6A}"/>
          </ac:picMkLst>
        </pc:picChg>
      </pc:sldChg>
      <pc:sldChg chg="modSp mod">
        <pc:chgData name="Prashant Semwal" userId="cdb7dcb214019aef" providerId="Windows Live" clId="Web-{F1CA9C88-2C23-2595-6283-26DDFD716DAE}" dt="2024-06-05T20:48:13.095" v="1275" actId="20577"/>
        <pc:sldMkLst>
          <pc:docMk/>
          <pc:sldMk cId="562260142" sldId="272"/>
        </pc:sldMkLst>
        <pc:spChg chg="mod">
          <ac:chgData name="Prashant Semwal" userId="cdb7dcb214019aef" providerId="Windows Live" clId="Web-{F1CA9C88-2C23-2595-6283-26DDFD716DAE}" dt="2024-06-05T20:42:43.046" v="1222" actId="20577"/>
          <ac:spMkLst>
            <pc:docMk/>
            <pc:sldMk cId="562260142" sldId="272"/>
            <ac:spMk id="2" creationId="{BFD7E105-7383-B932-3DC1-694BA2C42D29}"/>
          </ac:spMkLst>
        </pc:spChg>
        <pc:spChg chg="mod">
          <ac:chgData name="Prashant Semwal" userId="cdb7dcb214019aef" providerId="Windows Live" clId="Web-{F1CA9C88-2C23-2595-6283-26DDFD716DAE}" dt="2024-06-05T20:48:13.095" v="1275" actId="20577"/>
          <ac:spMkLst>
            <pc:docMk/>
            <pc:sldMk cId="562260142" sldId="272"/>
            <ac:spMk id="3" creationId="{6B4C638F-109C-BB0A-E8DF-135486EE0819}"/>
          </ac:spMkLst>
        </pc:spChg>
      </pc:sldChg>
      <pc:sldChg chg="modSp mod">
        <pc:chgData name="Prashant Semwal" userId="cdb7dcb214019aef" providerId="Windows Live" clId="Web-{F1CA9C88-2C23-2595-6283-26DDFD716DAE}" dt="2024-06-05T20:52:58.377" v="1289" actId="20577"/>
        <pc:sldMkLst>
          <pc:docMk/>
          <pc:sldMk cId="441233522" sldId="273"/>
        </pc:sldMkLst>
        <pc:spChg chg="mod">
          <ac:chgData name="Prashant Semwal" userId="cdb7dcb214019aef" providerId="Windows Live" clId="Web-{F1CA9C88-2C23-2595-6283-26DDFD716DAE}" dt="2024-06-05T20:48:57.829" v="1277" actId="20577"/>
          <ac:spMkLst>
            <pc:docMk/>
            <pc:sldMk cId="441233522" sldId="273"/>
            <ac:spMk id="2" creationId="{6EC22514-2035-6D5E-13CB-5F53378DA660}"/>
          </ac:spMkLst>
        </pc:spChg>
        <pc:spChg chg="mod">
          <ac:chgData name="Prashant Semwal" userId="cdb7dcb214019aef" providerId="Windows Live" clId="Web-{F1CA9C88-2C23-2595-6283-26DDFD716DAE}" dt="2024-06-05T20:52:58.377" v="1289" actId="20577"/>
          <ac:spMkLst>
            <pc:docMk/>
            <pc:sldMk cId="441233522" sldId="273"/>
            <ac:spMk id="3" creationId="{5227822F-9739-AEC9-8633-B217BF2A0964}"/>
          </ac:spMkLst>
        </pc:spChg>
      </pc:sldChg>
      <pc:sldChg chg="del mod">
        <pc:chgData name="Prashant Semwal" userId="cdb7dcb214019aef" providerId="Windows Live" clId="Web-{F1CA9C88-2C23-2595-6283-26DDFD716DAE}" dt="2024-06-05T21:20:01.647" v="1456"/>
        <pc:sldMkLst>
          <pc:docMk/>
          <pc:sldMk cId="128499122" sldId="274"/>
        </pc:sldMkLst>
      </pc:sldChg>
      <pc:sldChg chg="mod">
        <pc:chgData name="Prashant Semwal" userId="cdb7dcb214019aef" providerId="Windows Live" clId="Web-{F1CA9C88-2C23-2595-6283-26DDFD716DAE}" dt="2024-06-05T16:25:41.366" v="658"/>
        <pc:sldMkLst>
          <pc:docMk/>
          <pc:sldMk cId="1417123594" sldId="275"/>
        </pc:sldMkLst>
      </pc:sldChg>
      <pc:sldChg chg="addSp delSp modSp mod setBg">
        <pc:chgData name="Prashant Semwal" userId="cdb7dcb214019aef" providerId="Windows Live" clId="Web-{F1CA9C88-2C23-2595-6283-26DDFD716DAE}" dt="2024-06-05T16:25:41.366" v="658"/>
        <pc:sldMkLst>
          <pc:docMk/>
          <pc:sldMk cId="4081799734" sldId="276"/>
        </pc:sldMkLst>
        <pc:spChg chg="mod ord">
          <ac:chgData name="Prashant Semwal" userId="cdb7dcb214019aef" providerId="Windows Live" clId="Web-{F1CA9C88-2C23-2595-6283-26DDFD716DAE}" dt="2024-06-05T14:27:44.790" v="109" actId="14100"/>
          <ac:spMkLst>
            <pc:docMk/>
            <pc:sldMk cId="4081799734" sldId="276"/>
            <ac:spMk id="2" creationId="{B0292F56-E1E0-FDB2-D964-39718FB21B76}"/>
          </ac:spMkLst>
        </pc:spChg>
        <pc:spChg chg="del">
          <ac:chgData name="Prashant Semwal" userId="cdb7dcb214019aef" providerId="Windows Live" clId="Web-{F1CA9C88-2C23-2595-6283-26DDFD716DAE}" dt="2024-06-05T14:04:58.620" v="31"/>
          <ac:spMkLst>
            <pc:docMk/>
            <pc:sldMk cId="4081799734" sldId="276"/>
            <ac:spMk id="3" creationId="{A02952A8-6112-230A-A752-FB1EC55C662C}"/>
          </ac:spMkLst>
        </pc:spChg>
        <pc:spChg chg="add del mod">
          <ac:chgData name="Prashant Semwal" userId="cdb7dcb214019aef" providerId="Windows Live" clId="Web-{F1CA9C88-2C23-2595-6283-26DDFD716DAE}" dt="2024-06-05T14:08:22.104" v="48"/>
          <ac:spMkLst>
            <pc:docMk/>
            <pc:sldMk cId="4081799734" sldId="276"/>
            <ac:spMk id="6" creationId="{A95C2547-2ED0-37D8-2B55-F0EC682866F6}"/>
          </ac:spMkLst>
        </pc:spChg>
        <pc:spChg chg="add del">
          <ac:chgData name="Prashant Semwal" userId="cdb7dcb214019aef" providerId="Windows Live" clId="Web-{F1CA9C88-2C23-2595-6283-26DDFD716DAE}" dt="2024-06-05T14:10:10.557" v="64"/>
          <ac:spMkLst>
            <pc:docMk/>
            <pc:sldMk cId="4081799734" sldId="276"/>
            <ac:spMk id="8" creationId="{CD51C6BC-4BDA-E96E-F3B8-037ADF2F0161}"/>
          </ac:spMkLst>
        </pc:spChg>
        <pc:spChg chg="add del">
          <ac:chgData name="Prashant Semwal" userId="cdb7dcb214019aef" providerId="Windows Live" clId="Web-{F1CA9C88-2C23-2595-6283-26DDFD716DAE}" dt="2024-06-05T14:05:30.901" v="37"/>
          <ac:spMkLst>
            <pc:docMk/>
            <pc:sldMk cId="4081799734" sldId="276"/>
            <ac:spMk id="9" creationId="{37C89E4B-3C9F-44B9-8B86-D9E3D112D8EC}"/>
          </ac:spMkLst>
        </pc:spChg>
        <pc:spChg chg="add del mod">
          <ac:chgData name="Prashant Semwal" userId="cdb7dcb214019aef" providerId="Windows Live" clId="Web-{F1CA9C88-2C23-2595-6283-26DDFD716DAE}" dt="2024-06-05T14:11:31.650" v="66"/>
          <ac:spMkLst>
            <pc:docMk/>
            <pc:sldMk cId="4081799734" sldId="276"/>
            <ac:spMk id="10" creationId="{6772E365-AC1F-6BFC-63C6-D95ED77F6403}"/>
          </ac:spMkLst>
        </pc:spChg>
        <pc:spChg chg="add del">
          <ac:chgData name="Prashant Semwal" userId="cdb7dcb214019aef" providerId="Windows Live" clId="Web-{F1CA9C88-2C23-2595-6283-26DDFD716DAE}" dt="2024-06-05T14:28:11.086" v="111"/>
          <ac:spMkLst>
            <pc:docMk/>
            <pc:sldMk cId="4081799734" sldId="276"/>
            <ac:spMk id="12" creationId="{43BDAFF7-803E-D090-B4EC-B6E57BCBC049}"/>
          </ac:spMkLst>
        </pc:spChg>
        <pc:spChg chg="add del">
          <ac:chgData name="Prashant Semwal" userId="cdb7dcb214019aef" providerId="Windows Live" clId="Web-{F1CA9C88-2C23-2595-6283-26DDFD716DAE}" dt="2024-06-05T14:28:16.399" v="113"/>
          <ac:spMkLst>
            <pc:docMk/>
            <pc:sldMk cId="4081799734" sldId="276"/>
            <ac:spMk id="14" creationId="{F218C8D7-0EA1-2A7C-3047-B1DE079CB0AE}"/>
          </ac:spMkLst>
        </pc:spChg>
        <pc:spChg chg="add mod">
          <ac:chgData name="Prashant Semwal" userId="cdb7dcb214019aef" providerId="Windows Live" clId="Web-{F1CA9C88-2C23-2595-6283-26DDFD716DAE}" dt="2024-06-05T14:40:40.788" v="134" actId="14100"/>
          <ac:spMkLst>
            <pc:docMk/>
            <pc:sldMk cId="4081799734" sldId="276"/>
            <ac:spMk id="15" creationId="{51B7E94A-91EF-6126-655F-A07B6B0C6EA5}"/>
          </ac:spMkLst>
        </pc:spChg>
        <pc:picChg chg="add del mod ord">
          <ac:chgData name="Prashant Semwal" userId="cdb7dcb214019aef" providerId="Windows Live" clId="Web-{F1CA9C88-2C23-2595-6283-26DDFD716DAE}" dt="2024-06-05T14:08:10.432" v="47"/>
          <ac:picMkLst>
            <pc:docMk/>
            <pc:sldMk cId="4081799734" sldId="276"/>
            <ac:picMk id="4" creationId="{FECDED6B-F071-F146-7623-14F6C89E5876}"/>
          </ac:picMkLst>
        </pc:picChg>
        <pc:picChg chg="add mod ord">
          <ac:chgData name="Prashant Semwal" userId="cdb7dcb214019aef" providerId="Windows Live" clId="Web-{F1CA9C88-2C23-2595-6283-26DDFD716DAE}" dt="2024-06-05T14:11:53.072" v="68" actId="14100"/>
          <ac:picMkLst>
            <pc:docMk/>
            <pc:sldMk cId="4081799734" sldId="276"/>
            <ac:picMk id="7" creationId="{C13E7D5B-4FFA-B978-CD52-8A5D192DB02F}"/>
          </ac:picMkLst>
        </pc:picChg>
        <pc:cxnChg chg="add del">
          <ac:chgData name="Prashant Semwal" userId="cdb7dcb214019aef" providerId="Windows Live" clId="Web-{F1CA9C88-2C23-2595-6283-26DDFD716DAE}" dt="2024-06-05T14:05:30.901" v="37"/>
          <ac:cxnSpMkLst>
            <pc:docMk/>
            <pc:sldMk cId="4081799734" sldId="276"/>
            <ac:cxnSpMk id="11" creationId="{AA2EAA10-076F-46BD-8F0F-B9A2FB77A85C}"/>
          </ac:cxnSpMkLst>
        </pc:cxnChg>
        <pc:cxnChg chg="add del">
          <ac:chgData name="Prashant Semwal" userId="cdb7dcb214019aef" providerId="Windows Live" clId="Web-{F1CA9C88-2C23-2595-6283-26DDFD716DAE}" dt="2024-06-05T14:05:30.901" v="37"/>
          <ac:cxnSpMkLst>
            <pc:docMk/>
            <pc:sldMk cId="4081799734" sldId="276"/>
            <ac:cxnSpMk id="13" creationId="{D891E407-403B-4764-86C9-33A56D3BCAA3}"/>
          </ac:cxnSpMkLst>
        </pc:cxnChg>
      </pc:sldChg>
      <pc:sldChg chg="delSp modSp new del mod">
        <pc:chgData name="Prashant Semwal" userId="cdb7dcb214019aef" providerId="Windows Live" clId="Web-{F1CA9C88-2C23-2595-6283-26DDFD716DAE}" dt="2024-06-05T21:19:54.413" v="1455"/>
        <pc:sldMkLst>
          <pc:docMk/>
          <pc:sldMk cId="702559030" sldId="277"/>
        </pc:sldMkLst>
        <pc:spChg chg="del mod">
          <ac:chgData name="Prashant Semwal" userId="cdb7dcb214019aef" providerId="Windows Live" clId="Web-{F1CA9C88-2C23-2595-6283-26DDFD716DAE}" dt="2024-06-05T14:43:50.475" v="137"/>
          <ac:spMkLst>
            <pc:docMk/>
            <pc:sldMk cId="702559030" sldId="277"/>
            <ac:spMk id="2" creationId="{176A8CD5-381E-F534-859A-AA4D0D587ED7}"/>
          </ac:spMkLst>
        </pc:spChg>
        <pc:spChg chg="mod">
          <ac:chgData name="Prashant Semwal" userId="cdb7dcb214019aef" providerId="Windows Live" clId="Web-{F1CA9C88-2C23-2595-6283-26DDFD716DAE}" dt="2024-06-05T14:43:54.397" v="138" actId="1076"/>
          <ac:spMkLst>
            <pc:docMk/>
            <pc:sldMk cId="702559030" sldId="277"/>
            <ac:spMk id="3" creationId="{EB348A49-71B4-FF54-5ADB-E3B0B4481702}"/>
          </ac:spMkLst>
        </pc:spChg>
      </pc:sldChg>
      <pc:sldChg chg="new del">
        <pc:chgData name="Prashant Semwal" userId="cdb7dcb214019aef" providerId="Windows Live" clId="Web-{F1CA9C88-2C23-2595-6283-26DDFD716DAE}" dt="2024-06-05T14:48:13.553" v="155"/>
        <pc:sldMkLst>
          <pc:docMk/>
          <pc:sldMk cId="1055634077" sldId="278"/>
        </pc:sldMkLst>
      </pc:sldChg>
      <pc:sldChg chg="addSp delSp modSp new mod">
        <pc:chgData name="Prashant Semwal" userId="cdb7dcb214019aef" providerId="Windows Live" clId="Web-{F1CA9C88-2C23-2595-6283-26DDFD716DAE}" dt="2024-06-05T16:25:41.366" v="658"/>
        <pc:sldMkLst>
          <pc:docMk/>
          <pc:sldMk cId="1692791376" sldId="278"/>
        </pc:sldMkLst>
        <pc:spChg chg="mod">
          <ac:chgData name="Prashant Semwal" userId="cdb7dcb214019aef" providerId="Windows Live" clId="Web-{F1CA9C88-2C23-2595-6283-26DDFD716DAE}" dt="2024-06-05T15:23:32.175" v="448" actId="14100"/>
          <ac:spMkLst>
            <pc:docMk/>
            <pc:sldMk cId="1692791376" sldId="278"/>
            <ac:spMk id="2" creationId="{88C72925-0EAA-C5DD-40E9-787D231E37A4}"/>
          </ac:spMkLst>
        </pc:spChg>
        <pc:spChg chg="del">
          <ac:chgData name="Prashant Semwal" userId="cdb7dcb214019aef" providerId="Windows Live" clId="Web-{F1CA9C88-2C23-2595-6283-26DDFD716DAE}" dt="2024-06-05T14:57:37.849" v="177"/>
          <ac:spMkLst>
            <pc:docMk/>
            <pc:sldMk cId="1692791376" sldId="278"/>
            <ac:spMk id="3" creationId="{6E0DE1FA-E937-1915-5AE0-9F01377D09A1}"/>
          </ac:spMkLst>
        </pc:spChg>
        <pc:spChg chg="add mod">
          <ac:chgData name="Prashant Semwal" userId="cdb7dcb214019aef" providerId="Windows Live" clId="Web-{F1CA9C88-2C23-2595-6283-26DDFD716DAE}" dt="2024-06-05T15:23:20.550" v="446" actId="20577"/>
          <ac:spMkLst>
            <pc:docMk/>
            <pc:sldMk cId="1692791376" sldId="278"/>
            <ac:spMk id="5" creationId="{2E4CE268-19B4-C0F5-3264-EBCEC9C36CA7}"/>
          </ac:spMkLst>
        </pc:spChg>
        <pc:spChg chg="add mod">
          <ac:chgData name="Prashant Semwal" userId="cdb7dcb214019aef" providerId="Windows Live" clId="Web-{F1CA9C88-2C23-2595-6283-26DDFD716DAE}" dt="2024-06-05T15:22:44.722" v="438" actId="20577"/>
          <ac:spMkLst>
            <pc:docMk/>
            <pc:sldMk cId="1692791376" sldId="278"/>
            <ac:spMk id="6" creationId="{4EB556B8-659A-E52D-9939-AC72A495EA75}"/>
          </ac:spMkLst>
        </pc:spChg>
        <pc:picChg chg="add mod ord">
          <ac:chgData name="Prashant Semwal" userId="cdb7dcb214019aef" providerId="Windows Live" clId="Web-{F1CA9C88-2C23-2595-6283-26DDFD716DAE}" dt="2024-06-05T15:24:17.644" v="456" actId="1076"/>
          <ac:picMkLst>
            <pc:docMk/>
            <pc:sldMk cId="1692791376" sldId="278"/>
            <ac:picMk id="4" creationId="{5B729442-25A6-CBE8-076A-50391CC39F23}"/>
          </ac:picMkLst>
        </pc:picChg>
      </pc:sldChg>
      <pc:sldChg chg="modSp new mod ord">
        <pc:chgData name="Prashant Semwal" userId="cdb7dcb214019aef" providerId="Windows Live" clId="Web-{F1CA9C88-2C23-2595-6283-26DDFD716DAE}" dt="2024-06-05T21:25:05.836" v="1484" actId="14100"/>
        <pc:sldMkLst>
          <pc:docMk/>
          <pc:sldMk cId="615104208" sldId="279"/>
        </pc:sldMkLst>
        <pc:spChg chg="mod">
          <ac:chgData name="Prashant Semwal" userId="cdb7dcb214019aef" providerId="Windows Live" clId="Web-{F1CA9C88-2C23-2595-6283-26DDFD716DAE}" dt="2024-06-05T15:30:33.284" v="489" actId="14100"/>
          <ac:spMkLst>
            <pc:docMk/>
            <pc:sldMk cId="615104208" sldId="279"/>
            <ac:spMk id="2" creationId="{787D65FA-04A0-9413-7253-1C61B8160ADA}"/>
          </ac:spMkLst>
        </pc:spChg>
        <pc:spChg chg="mod">
          <ac:chgData name="Prashant Semwal" userId="cdb7dcb214019aef" providerId="Windows Live" clId="Web-{F1CA9C88-2C23-2595-6283-26DDFD716DAE}" dt="2024-06-05T21:25:05.836" v="1484" actId="14100"/>
          <ac:spMkLst>
            <pc:docMk/>
            <pc:sldMk cId="615104208" sldId="279"/>
            <ac:spMk id="3" creationId="{80023109-89DE-3004-23DA-57D770857E8B}"/>
          </ac:spMkLst>
        </pc:spChg>
      </pc:sldChg>
      <pc:sldChg chg="modSp new mod">
        <pc:chgData name="Prashant Semwal" userId="cdb7dcb214019aef" providerId="Windows Live" clId="Web-{F1CA9C88-2C23-2595-6283-26DDFD716DAE}" dt="2024-06-05T17:00:30.224" v="822" actId="20577"/>
        <pc:sldMkLst>
          <pc:docMk/>
          <pc:sldMk cId="1502029755" sldId="280"/>
        </pc:sldMkLst>
        <pc:spChg chg="mod">
          <ac:chgData name="Prashant Semwal" userId="cdb7dcb214019aef" providerId="Windows Live" clId="Web-{F1CA9C88-2C23-2595-6283-26DDFD716DAE}" dt="2024-06-05T15:43:59.642" v="517" actId="14100"/>
          <ac:spMkLst>
            <pc:docMk/>
            <pc:sldMk cId="1502029755" sldId="280"/>
            <ac:spMk id="2" creationId="{A4B53A9C-684B-435F-6DB9-95CA78B6EB6F}"/>
          </ac:spMkLst>
        </pc:spChg>
        <pc:spChg chg="mod">
          <ac:chgData name="Prashant Semwal" userId="cdb7dcb214019aef" providerId="Windows Live" clId="Web-{F1CA9C88-2C23-2595-6283-26DDFD716DAE}" dt="2024-06-05T17:00:30.224" v="822" actId="20577"/>
          <ac:spMkLst>
            <pc:docMk/>
            <pc:sldMk cId="1502029755" sldId="280"/>
            <ac:spMk id="3" creationId="{FD993A58-93CF-F29B-C762-6DAC9393EC78}"/>
          </ac:spMkLst>
        </pc:spChg>
      </pc:sldChg>
      <pc:sldChg chg="addSp delSp modSp new">
        <pc:chgData name="Prashant Semwal" userId="cdb7dcb214019aef" providerId="Windows Live" clId="Web-{F1CA9C88-2C23-2595-6283-26DDFD716DAE}" dt="2024-06-05T20:30:39.794" v="1219" actId="20577"/>
        <pc:sldMkLst>
          <pc:docMk/>
          <pc:sldMk cId="1103258367" sldId="281"/>
        </pc:sldMkLst>
        <pc:spChg chg="mod">
          <ac:chgData name="Prashant Semwal" userId="cdb7dcb214019aef" providerId="Windows Live" clId="Web-{F1CA9C88-2C23-2595-6283-26DDFD716DAE}" dt="2024-06-05T20:27:32.684" v="1117" actId="20577"/>
          <ac:spMkLst>
            <pc:docMk/>
            <pc:sldMk cId="1103258367" sldId="281"/>
            <ac:spMk id="2" creationId="{5B58EA54-C8CC-A475-C735-ED0A741017B3}"/>
          </ac:spMkLst>
        </pc:spChg>
        <pc:spChg chg="del">
          <ac:chgData name="Prashant Semwal" userId="cdb7dcb214019aef" providerId="Windows Live" clId="Web-{F1CA9C88-2C23-2595-6283-26DDFD716DAE}" dt="2024-06-05T20:27:48.481" v="1118"/>
          <ac:spMkLst>
            <pc:docMk/>
            <pc:sldMk cId="1103258367" sldId="281"/>
            <ac:spMk id="3" creationId="{CA84B872-24D9-4B14-389B-7904E443ECA4}"/>
          </ac:spMkLst>
        </pc:spChg>
        <pc:spChg chg="add del">
          <ac:chgData name="Prashant Semwal" userId="cdb7dcb214019aef" providerId="Windows Live" clId="Web-{F1CA9C88-2C23-2595-6283-26DDFD716DAE}" dt="2024-06-05T20:28:10.106" v="1123"/>
          <ac:spMkLst>
            <pc:docMk/>
            <pc:sldMk cId="1103258367" sldId="281"/>
            <ac:spMk id="6" creationId="{819CCB1C-C62C-461E-5493-FCB89A6CC43A}"/>
          </ac:spMkLst>
        </pc:spChg>
        <pc:spChg chg="add mod">
          <ac:chgData name="Prashant Semwal" userId="cdb7dcb214019aef" providerId="Windows Live" clId="Web-{F1CA9C88-2C23-2595-6283-26DDFD716DAE}" dt="2024-06-05T20:30:39.794" v="1219" actId="20577"/>
          <ac:spMkLst>
            <pc:docMk/>
            <pc:sldMk cId="1103258367" sldId="281"/>
            <ac:spMk id="7" creationId="{8CE29A3F-6060-EE59-DC58-1895951A216A}"/>
          </ac:spMkLst>
        </pc:spChg>
        <pc:picChg chg="add mod ord">
          <ac:chgData name="Prashant Semwal" userId="cdb7dcb214019aef" providerId="Windows Live" clId="Web-{F1CA9C88-2C23-2595-6283-26DDFD716DAE}" dt="2024-06-05T20:28:14.716" v="1125" actId="1076"/>
          <ac:picMkLst>
            <pc:docMk/>
            <pc:sldMk cId="1103258367" sldId="281"/>
            <ac:picMk id="4" creationId="{2748777F-42E5-D94E-F109-9AEA05226AA6}"/>
          </ac:picMkLst>
        </pc:picChg>
        <pc:picChg chg="add mod">
          <ac:chgData name="Prashant Semwal" userId="cdb7dcb214019aef" providerId="Windows Live" clId="Web-{F1CA9C88-2C23-2595-6283-26DDFD716DAE}" dt="2024-06-05T20:28:12.185" v="1124" actId="1076"/>
          <ac:picMkLst>
            <pc:docMk/>
            <pc:sldMk cId="1103258367" sldId="281"/>
            <ac:picMk id="5" creationId="{70F93DE0-0AE7-02B8-EE4C-2C70BA73FC12}"/>
          </ac:picMkLst>
        </pc:picChg>
      </pc:sldChg>
      <pc:sldChg chg="modSp new del">
        <pc:chgData name="Prashant Semwal" userId="cdb7dcb214019aef" providerId="Windows Live" clId="Web-{F1CA9C88-2C23-2595-6283-26DDFD716DAE}" dt="2024-06-05T17:05:28.240" v="841"/>
        <pc:sldMkLst>
          <pc:docMk/>
          <pc:sldMk cId="2650173412" sldId="281"/>
        </pc:sldMkLst>
        <pc:spChg chg="mod">
          <ac:chgData name="Prashant Semwal" userId="cdb7dcb214019aef" providerId="Windows Live" clId="Web-{F1CA9C88-2C23-2595-6283-26DDFD716DAE}" dt="2024-06-05T17:03:41.255" v="828" actId="1076"/>
          <ac:spMkLst>
            <pc:docMk/>
            <pc:sldMk cId="2650173412" sldId="281"/>
            <ac:spMk id="2" creationId="{8FABF375-1126-D775-8AF4-DD9ECE8F67E7}"/>
          </ac:spMkLst>
        </pc:spChg>
        <pc:spChg chg="mod">
          <ac:chgData name="Prashant Semwal" userId="cdb7dcb214019aef" providerId="Windows Live" clId="Web-{F1CA9C88-2C23-2595-6283-26DDFD716DAE}" dt="2024-06-05T17:05:00.459" v="840" actId="20577"/>
          <ac:spMkLst>
            <pc:docMk/>
            <pc:sldMk cId="2650173412" sldId="281"/>
            <ac:spMk id="3" creationId="{F0E424CE-8AE7-439E-E3AD-B18303A41B43}"/>
          </ac:spMkLst>
        </pc:spChg>
      </pc:sldChg>
      <pc:sldChg chg="modSp new">
        <pc:chgData name="Prashant Semwal" userId="cdb7dcb214019aef" providerId="Windows Live" clId="Web-{F1CA9C88-2C23-2595-6283-26DDFD716DAE}" dt="2024-06-05T20:58:23.097" v="1327" actId="14100"/>
        <pc:sldMkLst>
          <pc:docMk/>
          <pc:sldMk cId="1702799891" sldId="282"/>
        </pc:sldMkLst>
        <pc:spChg chg="mod">
          <ac:chgData name="Prashant Semwal" userId="cdb7dcb214019aef" providerId="Windows Live" clId="Web-{F1CA9C88-2C23-2595-6283-26DDFD716DAE}" dt="2024-06-05T20:58:07.940" v="1323" actId="14100"/>
          <ac:spMkLst>
            <pc:docMk/>
            <pc:sldMk cId="1702799891" sldId="282"/>
            <ac:spMk id="2" creationId="{8CC3A330-5282-BF44-8917-EF5B4D10578B}"/>
          </ac:spMkLst>
        </pc:spChg>
        <pc:spChg chg="mod">
          <ac:chgData name="Prashant Semwal" userId="cdb7dcb214019aef" providerId="Windows Live" clId="Web-{F1CA9C88-2C23-2595-6283-26DDFD716DAE}" dt="2024-06-05T20:58:23.097" v="1327" actId="14100"/>
          <ac:spMkLst>
            <pc:docMk/>
            <pc:sldMk cId="1702799891" sldId="282"/>
            <ac:spMk id="3" creationId="{E0F53DEB-0B57-4117-8D15-21744C354F5A}"/>
          </ac:spMkLst>
        </pc:spChg>
      </pc:sldChg>
      <pc:sldChg chg="modSp new">
        <pc:chgData name="Prashant Semwal" userId="cdb7dcb214019aef" providerId="Windows Live" clId="Web-{F1CA9C88-2C23-2595-6283-26DDFD716DAE}" dt="2024-06-05T21:06:05.660" v="1364" actId="20577"/>
        <pc:sldMkLst>
          <pc:docMk/>
          <pc:sldMk cId="4028788638" sldId="283"/>
        </pc:sldMkLst>
        <pc:spChg chg="mod">
          <ac:chgData name="Prashant Semwal" userId="cdb7dcb214019aef" providerId="Windows Live" clId="Web-{F1CA9C88-2C23-2595-6283-26DDFD716DAE}" dt="2024-06-05T21:04:59.113" v="1348" actId="14100"/>
          <ac:spMkLst>
            <pc:docMk/>
            <pc:sldMk cId="4028788638" sldId="283"/>
            <ac:spMk id="2" creationId="{DEB9A79F-8041-F21A-DB07-484B3A81B1D0}"/>
          </ac:spMkLst>
        </pc:spChg>
        <pc:spChg chg="mod">
          <ac:chgData name="Prashant Semwal" userId="cdb7dcb214019aef" providerId="Windows Live" clId="Web-{F1CA9C88-2C23-2595-6283-26DDFD716DAE}" dt="2024-06-05T21:06:05.660" v="1364" actId="20577"/>
          <ac:spMkLst>
            <pc:docMk/>
            <pc:sldMk cId="4028788638" sldId="283"/>
            <ac:spMk id="3" creationId="{5F9CA526-4EE8-9595-FC30-24F0A1FEE5E5}"/>
          </ac:spMkLst>
        </pc:spChg>
      </pc:sldChg>
      <pc:sldChg chg="addSp delSp modSp new mod setBg">
        <pc:chgData name="Prashant Semwal" userId="cdb7dcb214019aef" providerId="Windows Live" clId="Web-{F1CA9C88-2C23-2595-6283-26DDFD716DAE}" dt="2024-06-05T21:08:03.926" v="1369"/>
        <pc:sldMkLst>
          <pc:docMk/>
          <pc:sldMk cId="2840328241" sldId="284"/>
        </pc:sldMkLst>
        <pc:spChg chg="add del">
          <ac:chgData name="Prashant Semwal" userId="cdb7dcb214019aef" providerId="Windows Live" clId="Web-{F1CA9C88-2C23-2595-6283-26DDFD716DAE}" dt="2024-06-05T21:08:03.926" v="1369"/>
          <ac:spMkLst>
            <pc:docMk/>
            <pc:sldMk cId="2840328241" sldId="284"/>
            <ac:spMk id="2" creationId="{B67117E8-A6B7-6043-AD5B-2A52FC0F81AF}"/>
          </ac:spMkLst>
        </pc:spChg>
        <pc:spChg chg="del">
          <ac:chgData name="Prashant Semwal" userId="cdb7dcb214019aef" providerId="Windows Live" clId="Web-{F1CA9C88-2C23-2595-6283-26DDFD716DAE}" dt="2024-06-05T21:07:42.551" v="1366"/>
          <ac:spMkLst>
            <pc:docMk/>
            <pc:sldMk cId="2840328241" sldId="284"/>
            <ac:spMk id="3" creationId="{E2CF5FBE-7DA2-A972-94F8-F589D2F6DBE9}"/>
          </ac:spMkLst>
        </pc:spChg>
        <pc:spChg chg="add del">
          <ac:chgData name="Prashant Semwal" userId="cdb7dcb214019aef" providerId="Windows Live" clId="Web-{F1CA9C88-2C23-2595-6283-26DDFD716DAE}" dt="2024-06-05T21:07:59.192" v="1368"/>
          <ac:spMkLst>
            <pc:docMk/>
            <pc:sldMk cId="2840328241" sldId="284"/>
            <ac:spMk id="9" creationId="{42A4FC2C-047E-45A5-965D-8E1E3BF09BC6}"/>
          </ac:spMkLst>
        </pc:spChg>
        <pc:picChg chg="add mod ord">
          <ac:chgData name="Prashant Semwal" userId="cdb7dcb214019aef" providerId="Windows Live" clId="Web-{F1CA9C88-2C23-2595-6283-26DDFD716DAE}" dt="2024-06-05T21:07:59.192" v="1368"/>
          <ac:picMkLst>
            <pc:docMk/>
            <pc:sldMk cId="2840328241" sldId="284"/>
            <ac:picMk id="4" creationId="{1D2743E1-22FB-CB47-22EB-6A65979031E0}"/>
          </ac:picMkLst>
        </pc:picChg>
      </pc:sldChg>
      <pc:sldChg chg="modSp new">
        <pc:chgData name="Prashant Semwal" userId="cdb7dcb214019aef" providerId="Windows Live" clId="Web-{F1CA9C88-2C23-2595-6283-26DDFD716DAE}" dt="2024-06-05T21:16:26.147" v="1405" actId="1076"/>
        <pc:sldMkLst>
          <pc:docMk/>
          <pc:sldMk cId="4013920804" sldId="285"/>
        </pc:sldMkLst>
        <pc:spChg chg="mod">
          <ac:chgData name="Prashant Semwal" userId="cdb7dcb214019aef" providerId="Windows Live" clId="Web-{F1CA9C88-2C23-2595-6283-26DDFD716DAE}" dt="2024-06-05T21:13:28.677" v="1377" actId="20577"/>
          <ac:spMkLst>
            <pc:docMk/>
            <pc:sldMk cId="4013920804" sldId="285"/>
            <ac:spMk id="2" creationId="{ECCBF20E-C0E7-5E94-EDB4-E995F8AFF0B8}"/>
          </ac:spMkLst>
        </pc:spChg>
        <pc:spChg chg="mod">
          <ac:chgData name="Prashant Semwal" userId="cdb7dcb214019aef" providerId="Windows Live" clId="Web-{F1CA9C88-2C23-2595-6283-26DDFD716DAE}" dt="2024-06-05T21:16:26.147" v="1405" actId="1076"/>
          <ac:spMkLst>
            <pc:docMk/>
            <pc:sldMk cId="4013920804" sldId="285"/>
            <ac:spMk id="3" creationId="{6FC0F9B3-E411-69A6-3956-17DFCED71F6B}"/>
          </ac:spMkLst>
        </pc:spChg>
      </pc:sldChg>
      <pc:sldChg chg="modSp new">
        <pc:chgData name="Prashant Semwal" userId="cdb7dcb214019aef" providerId="Windows Live" clId="Web-{F1CA9C88-2C23-2595-6283-26DDFD716DAE}" dt="2024-06-05T21:18:58.709" v="1442" actId="20577"/>
        <pc:sldMkLst>
          <pc:docMk/>
          <pc:sldMk cId="3076919816" sldId="286"/>
        </pc:sldMkLst>
        <pc:spChg chg="mod">
          <ac:chgData name="Prashant Semwal" userId="cdb7dcb214019aef" providerId="Windows Live" clId="Web-{F1CA9C88-2C23-2595-6283-26DDFD716DAE}" dt="2024-06-05T21:17:39.959" v="1415" actId="20577"/>
          <ac:spMkLst>
            <pc:docMk/>
            <pc:sldMk cId="3076919816" sldId="286"/>
            <ac:spMk id="2" creationId="{9364CACB-079A-E50F-266D-A687219CEC43}"/>
          </ac:spMkLst>
        </pc:spChg>
        <pc:spChg chg="mod">
          <ac:chgData name="Prashant Semwal" userId="cdb7dcb214019aef" providerId="Windows Live" clId="Web-{F1CA9C88-2C23-2595-6283-26DDFD716DAE}" dt="2024-06-05T21:18:58.709" v="1442" actId="20577"/>
          <ac:spMkLst>
            <pc:docMk/>
            <pc:sldMk cId="3076919816" sldId="286"/>
            <ac:spMk id="3" creationId="{0D1985C2-DE24-D5EE-0A76-61B6BCE2C94E}"/>
          </ac:spMkLst>
        </pc:spChg>
      </pc:sldChg>
      <pc:sldChg chg="addSp delSp modSp new">
        <pc:chgData name="Prashant Semwal" userId="cdb7dcb214019aef" providerId="Windows Live" clId="Web-{F1CA9C88-2C23-2595-6283-26DDFD716DAE}" dt="2024-06-05T21:23:39.320" v="1476" actId="14100"/>
        <pc:sldMkLst>
          <pc:docMk/>
          <pc:sldMk cId="3990226876" sldId="287"/>
        </pc:sldMkLst>
        <pc:spChg chg="del">
          <ac:chgData name="Prashant Semwal" userId="cdb7dcb214019aef" providerId="Windows Live" clId="Web-{F1CA9C88-2C23-2595-6283-26DDFD716DAE}" dt="2024-06-05T21:20:21.585" v="1459"/>
          <ac:spMkLst>
            <pc:docMk/>
            <pc:sldMk cId="3990226876" sldId="287"/>
            <ac:spMk id="2" creationId="{272AF1DD-FC83-089B-92B5-D012024CABC6}"/>
          </ac:spMkLst>
        </pc:spChg>
        <pc:spChg chg="del mod">
          <ac:chgData name="Prashant Semwal" userId="cdb7dcb214019aef" providerId="Windows Live" clId="Web-{F1CA9C88-2C23-2595-6283-26DDFD716DAE}" dt="2024-06-05T21:21:53.804" v="1461"/>
          <ac:spMkLst>
            <pc:docMk/>
            <pc:sldMk cId="3990226876" sldId="287"/>
            <ac:spMk id="3" creationId="{5C3FFF35-D36C-9B9A-2403-02E70CEF881A}"/>
          </ac:spMkLst>
        </pc:spChg>
        <pc:spChg chg="add del mod">
          <ac:chgData name="Prashant Semwal" userId="cdb7dcb214019aef" providerId="Windows Live" clId="Web-{F1CA9C88-2C23-2595-6283-26DDFD716DAE}" dt="2024-06-05T21:23:04.726" v="1465"/>
          <ac:spMkLst>
            <pc:docMk/>
            <pc:sldMk cId="3990226876" sldId="287"/>
            <ac:spMk id="7" creationId="{8A26D06A-649D-8D8D-FD73-E2CD3A79F9C4}"/>
          </ac:spMkLst>
        </pc:spChg>
        <pc:picChg chg="add del mod ord">
          <ac:chgData name="Prashant Semwal" userId="cdb7dcb214019aef" providerId="Windows Live" clId="Web-{F1CA9C88-2C23-2595-6283-26DDFD716DAE}" dt="2024-06-05T21:22:11.194" v="1464"/>
          <ac:picMkLst>
            <pc:docMk/>
            <pc:sldMk cId="3990226876" sldId="287"/>
            <ac:picMk id="4" creationId="{4CC0837F-40C3-33DD-907E-B233717C9714}"/>
          </ac:picMkLst>
        </pc:picChg>
        <pc:picChg chg="add del mod">
          <ac:chgData name="Prashant Semwal" userId="cdb7dcb214019aef" providerId="Windows Live" clId="Web-{F1CA9C88-2C23-2595-6283-26DDFD716DAE}" dt="2024-06-05T21:22:00.913" v="1463"/>
          <ac:picMkLst>
            <pc:docMk/>
            <pc:sldMk cId="3990226876" sldId="287"/>
            <ac:picMk id="5" creationId="{D7422EB3-5059-F878-37C0-3D43B8570A77}"/>
          </ac:picMkLst>
        </pc:picChg>
        <pc:picChg chg="add mod ord">
          <ac:chgData name="Prashant Semwal" userId="cdb7dcb214019aef" providerId="Windows Live" clId="Web-{F1CA9C88-2C23-2595-6283-26DDFD716DAE}" dt="2024-06-05T21:23:39.320" v="1476" actId="14100"/>
          <ac:picMkLst>
            <pc:docMk/>
            <pc:sldMk cId="3990226876" sldId="287"/>
            <ac:picMk id="8" creationId="{0E07569B-8093-93D4-A6C0-39C6AAA6A461}"/>
          </ac:picMkLst>
        </pc:picChg>
        <pc:picChg chg="add mod">
          <ac:chgData name="Prashant Semwal" userId="cdb7dcb214019aef" providerId="Windows Live" clId="Web-{F1CA9C88-2C23-2595-6283-26DDFD716DAE}" dt="2024-06-05T21:23:27.663" v="1473" actId="14100"/>
          <ac:picMkLst>
            <pc:docMk/>
            <pc:sldMk cId="3990226876" sldId="287"/>
            <ac:picMk id="9" creationId="{903225A2-86A9-F91E-8502-0C9CE91152E4}"/>
          </ac:picMkLst>
        </pc:picChg>
      </pc:sldChg>
      <pc:sldMasterChg chg="mod setBg modSldLayout">
        <pc:chgData name="Prashant Semwal" userId="cdb7dcb214019aef" providerId="Windows Live" clId="Web-{F1CA9C88-2C23-2595-6283-26DDFD716DAE}" dt="2024-06-05T16:25:41.366" v="658"/>
        <pc:sldMasterMkLst>
          <pc:docMk/>
          <pc:sldMasterMk cId="2460954070" sldId="2147483660"/>
        </pc:sldMasterMkLst>
        <pc:sldLayoutChg chg="mod">
          <pc:chgData name="Prashant Semwal" userId="cdb7dcb214019aef" providerId="Windows Live" clId="Web-{F1CA9C88-2C23-2595-6283-26DDFD716DAE}" dt="2024-06-05T16:25:41.366" v="658"/>
          <pc:sldLayoutMkLst>
            <pc:docMk/>
            <pc:sldMasterMk cId="2460954070" sldId="2147483660"/>
            <pc:sldLayoutMk cId="2385387890" sldId="2147483661"/>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949138452" sldId="2147483662"/>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2591524520" sldId="2147483663"/>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1203092039" sldId="2147483664"/>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3733172339" sldId="2147483665"/>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3210312558" sldId="2147483666"/>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3146388984" sldId="2147483667"/>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3171841454" sldId="2147483668"/>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1718958274" sldId="2147483669"/>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2202905451" sldId="2147483670"/>
          </pc:sldLayoutMkLst>
        </pc:sldLayoutChg>
        <pc:sldLayoutChg chg="mod">
          <pc:chgData name="Prashant Semwal" userId="cdb7dcb214019aef" providerId="Windows Live" clId="Web-{F1CA9C88-2C23-2595-6283-26DDFD716DAE}" dt="2024-06-05T16:25:41.366" v="658"/>
          <pc:sldLayoutMkLst>
            <pc:docMk/>
            <pc:sldMasterMk cId="2460954070" sldId="2147483660"/>
            <pc:sldLayoutMk cId="3479445657" sldId="2147483671"/>
          </pc:sldLayoutMkLst>
        </pc:sldLayoutChg>
      </pc:sldMasterChg>
    </pc:docChg>
  </pc:docChgLst>
  <pc:docChgLst>
    <pc:chgData name="Prashant Semwal" userId="cdb7dcb214019aef" providerId="Windows Live" clId="Web-{69DE3564-8DE7-80EC-4E77-82D5644A82CC}"/>
    <pc:docChg chg="addSld delSld modSld">
      <pc:chgData name="Prashant Semwal" userId="cdb7dcb214019aef" providerId="Windows Live" clId="Web-{69DE3564-8DE7-80EC-4E77-82D5644A82CC}" dt="2024-06-04T07:02:43.025" v="402" actId="14100"/>
      <pc:docMkLst>
        <pc:docMk/>
      </pc:docMkLst>
      <pc:sldChg chg="modSp">
        <pc:chgData name="Prashant Semwal" userId="cdb7dcb214019aef" providerId="Windows Live" clId="Web-{69DE3564-8DE7-80EC-4E77-82D5644A82CC}" dt="2024-06-04T05:39:53.042" v="8" actId="20577"/>
        <pc:sldMkLst>
          <pc:docMk/>
          <pc:sldMk cId="109857222" sldId="256"/>
        </pc:sldMkLst>
        <pc:spChg chg="mod">
          <ac:chgData name="Prashant Semwal" userId="cdb7dcb214019aef" providerId="Windows Live" clId="Web-{69DE3564-8DE7-80EC-4E77-82D5644A82CC}" dt="2024-06-04T05:39:53.042" v="8" actId="20577"/>
          <ac:spMkLst>
            <pc:docMk/>
            <pc:sldMk cId="109857222" sldId="256"/>
            <ac:spMk id="3" creationId="{00000000-0000-0000-0000-000000000000}"/>
          </ac:spMkLst>
        </pc:spChg>
      </pc:sldChg>
      <pc:sldChg chg="modSp">
        <pc:chgData name="Prashant Semwal" userId="cdb7dcb214019aef" providerId="Windows Live" clId="Web-{69DE3564-8DE7-80EC-4E77-82D5644A82CC}" dt="2024-06-04T06:17:18.587" v="277" actId="20577"/>
        <pc:sldMkLst>
          <pc:docMk/>
          <pc:sldMk cId="2132995402" sldId="257"/>
        </pc:sldMkLst>
        <pc:spChg chg="mod">
          <ac:chgData name="Prashant Semwal" userId="cdb7dcb214019aef" providerId="Windows Live" clId="Web-{69DE3564-8DE7-80EC-4E77-82D5644A82CC}" dt="2024-06-04T05:51:25.713" v="20" actId="20577"/>
          <ac:spMkLst>
            <pc:docMk/>
            <pc:sldMk cId="2132995402" sldId="257"/>
            <ac:spMk id="2" creationId="{67AE34C1-423B-9E5D-74B3-C6A36F5AF9C3}"/>
          </ac:spMkLst>
        </pc:spChg>
        <pc:spChg chg="mod">
          <ac:chgData name="Prashant Semwal" userId="cdb7dcb214019aef" providerId="Windows Live" clId="Web-{69DE3564-8DE7-80EC-4E77-82D5644A82CC}" dt="2024-06-04T06:17:18.587" v="277" actId="20577"/>
          <ac:spMkLst>
            <pc:docMk/>
            <pc:sldMk cId="2132995402" sldId="257"/>
            <ac:spMk id="3" creationId="{1FA82ADC-E1F1-E47D-9576-CBF77D984EB0}"/>
          </ac:spMkLst>
        </pc:spChg>
      </pc:sldChg>
      <pc:sldChg chg="modSp">
        <pc:chgData name="Prashant Semwal" userId="cdb7dcb214019aef" providerId="Windows Live" clId="Web-{69DE3564-8DE7-80EC-4E77-82D5644A82CC}" dt="2024-06-04T06:24:53.212" v="299" actId="20577"/>
        <pc:sldMkLst>
          <pc:docMk/>
          <pc:sldMk cId="3317855514" sldId="258"/>
        </pc:sldMkLst>
        <pc:spChg chg="mod">
          <ac:chgData name="Prashant Semwal" userId="cdb7dcb214019aef" providerId="Windows Live" clId="Web-{69DE3564-8DE7-80EC-4E77-82D5644A82CC}" dt="2024-06-04T05:58:38.289" v="25" actId="20577"/>
          <ac:spMkLst>
            <pc:docMk/>
            <pc:sldMk cId="3317855514" sldId="258"/>
            <ac:spMk id="2" creationId="{8555D89F-8830-0840-F938-6EC01BD08923}"/>
          </ac:spMkLst>
        </pc:spChg>
        <pc:spChg chg="mod">
          <ac:chgData name="Prashant Semwal" userId="cdb7dcb214019aef" providerId="Windows Live" clId="Web-{69DE3564-8DE7-80EC-4E77-82D5644A82CC}" dt="2024-06-04T06:24:53.212" v="299" actId="20577"/>
          <ac:spMkLst>
            <pc:docMk/>
            <pc:sldMk cId="3317855514" sldId="258"/>
            <ac:spMk id="3" creationId="{3DB35EB9-2AE6-9ABB-C167-4AE653A00378}"/>
          </ac:spMkLst>
        </pc:spChg>
      </pc:sldChg>
      <pc:sldChg chg="modSp">
        <pc:chgData name="Prashant Semwal" userId="cdb7dcb214019aef" providerId="Windows Live" clId="Web-{69DE3564-8DE7-80EC-4E77-82D5644A82CC}" dt="2024-06-04T05:42:47.682" v="13" actId="20577"/>
        <pc:sldMkLst>
          <pc:docMk/>
          <pc:sldMk cId="899098510" sldId="259"/>
        </pc:sldMkLst>
        <pc:spChg chg="mod">
          <ac:chgData name="Prashant Semwal" userId="cdb7dcb214019aef" providerId="Windows Live" clId="Web-{69DE3564-8DE7-80EC-4E77-82D5644A82CC}" dt="2024-06-04T05:42:47.682" v="13" actId="20577"/>
          <ac:spMkLst>
            <pc:docMk/>
            <pc:sldMk cId="899098510" sldId="259"/>
            <ac:spMk id="3" creationId="{23F9FCC5-7831-D4A9-359B-18CB6DCB4F2D}"/>
          </ac:spMkLst>
        </pc:spChg>
      </pc:sldChg>
      <pc:sldChg chg="modSp">
        <pc:chgData name="Prashant Semwal" userId="cdb7dcb214019aef" providerId="Windows Live" clId="Web-{69DE3564-8DE7-80EC-4E77-82D5644A82CC}" dt="2024-06-04T05:44:57.760" v="14" actId="20577"/>
        <pc:sldMkLst>
          <pc:docMk/>
          <pc:sldMk cId="3054625892" sldId="265"/>
        </pc:sldMkLst>
        <pc:spChg chg="mod">
          <ac:chgData name="Prashant Semwal" userId="cdb7dcb214019aef" providerId="Windows Live" clId="Web-{69DE3564-8DE7-80EC-4E77-82D5644A82CC}" dt="2024-06-04T05:44:57.760" v="14" actId="20577"/>
          <ac:spMkLst>
            <pc:docMk/>
            <pc:sldMk cId="3054625892" sldId="265"/>
            <ac:spMk id="3" creationId="{36FA3617-BCB9-B77A-3EC4-EBF544FEA134}"/>
          </ac:spMkLst>
        </pc:spChg>
      </pc:sldChg>
      <pc:sldChg chg="addSp delSp modSp new">
        <pc:chgData name="Prashant Semwal" userId="cdb7dcb214019aef" providerId="Windows Live" clId="Web-{69DE3564-8DE7-80EC-4E77-82D5644A82CC}" dt="2024-06-04T07:02:43.025" v="402" actId="14100"/>
        <pc:sldMkLst>
          <pc:docMk/>
          <pc:sldMk cId="128499122" sldId="274"/>
        </pc:sldMkLst>
        <pc:spChg chg="mod">
          <ac:chgData name="Prashant Semwal" userId="cdb7dcb214019aef" providerId="Windows Live" clId="Web-{69DE3564-8DE7-80EC-4E77-82D5644A82CC}" dt="2024-06-04T06:52:08.577" v="355" actId="20577"/>
          <ac:spMkLst>
            <pc:docMk/>
            <pc:sldMk cId="128499122" sldId="274"/>
            <ac:spMk id="2" creationId="{B2433EA2-E13B-19FF-CA31-044450A226B8}"/>
          </ac:spMkLst>
        </pc:spChg>
        <pc:spChg chg="add del">
          <ac:chgData name="Prashant Semwal" userId="cdb7dcb214019aef" providerId="Windows Live" clId="Web-{69DE3564-8DE7-80EC-4E77-82D5644A82CC}" dt="2024-06-04T06:56:10.096" v="370"/>
          <ac:spMkLst>
            <pc:docMk/>
            <pc:sldMk cId="128499122" sldId="274"/>
            <ac:spMk id="3" creationId="{A2133253-30C0-0FF4-10FA-FCC345BE0A5F}"/>
          </ac:spMkLst>
        </pc:spChg>
        <pc:spChg chg="add mod">
          <ac:chgData name="Prashant Semwal" userId="cdb7dcb214019aef" providerId="Windows Live" clId="Web-{69DE3564-8DE7-80EC-4E77-82D5644A82CC}" dt="2024-06-04T06:56:31.144" v="373" actId="1076"/>
          <ac:spMkLst>
            <pc:docMk/>
            <pc:sldMk cId="128499122" sldId="274"/>
            <ac:spMk id="4" creationId="{E5048D11-BD29-8045-02B8-19705C6C3A47}"/>
          </ac:spMkLst>
        </pc:spChg>
        <pc:spChg chg="add del">
          <ac:chgData name="Prashant Semwal" userId="cdb7dcb214019aef" providerId="Windows Live" clId="Web-{69DE3564-8DE7-80EC-4E77-82D5644A82CC}" dt="2024-06-04T06:54:43.986" v="364"/>
          <ac:spMkLst>
            <pc:docMk/>
            <pc:sldMk cId="128499122" sldId="274"/>
            <ac:spMk id="5" creationId="{16923850-2041-60C5-5881-4C533F149DCC}"/>
          </ac:spMkLst>
        </pc:spChg>
        <pc:spChg chg="add mod">
          <ac:chgData name="Prashant Semwal" userId="cdb7dcb214019aef" providerId="Windows Live" clId="Web-{69DE3564-8DE7-80EC-4E77-82D5644A82CC}" dt="2024-06-04T06:55:44.299" v="369"/>
          <ac:spMkLst>
            <pc:docMk/>
            <pc:sldMk cId="128499122" sldId="274"/>
            <ac:spMk id="19" creationId="{17D39AEE-B4F0-0BEF-8BDE-06618C82C117}"/>
          </ac:spMkLst>
        </pc:spChg>
        <pc:spChg chg="add del mod">
          <ac:chgData name="Prashant Semwal" userId="cdb7dcb214019aef" providerId="Windows Live" clId="Web-{69DE3564-8DE7-80EC-4E77-82D5644A82CC}" dt="2024-06-04T06:56:58.175" v="375"/>
          <ac:spMkLst>
            <pc:docMk/>
            <pc:sldMk cId="128499122" sldId="274"/>
            <ac:spMk id="46" creationId="{32FC642F-EAEE-6589-5CD3-8A2861A3AAC7}"/>
          </ac:spMkLst>
        </pc:spChg>
        <pc:spChg chg="add mod">
          <ac:chgData name="Prashant Semwal" userId="cdb7dcb214019aef" providerId="Windows Live" clId="Web-{69DE3564-8DE7-80EC-4E77-82D5644A82CC}" dt="2024-06-04T07:01:17.696" v="398" actId="14100"/>
          <ac:spMkLst>
            <pc:docMk/>
            <pc:sldMk cId="128499122" sldId="274"/>
            <ac:spMk id="86" creationId="{77067431-EFB0-9D73-8D42-F3EF68A1A600}"/>
          </ac:spMkLst>
        </pc:spChg>
        <pc:spChg chg="add mod">
          <ac:chgData name="Prashant Semwal" userId="cdb7dcb214019aef" providerId="Windows Live" clId="Web-{69DE3564-8DE7-80EC-4E77-82D5644A82CC}" dt="2024-06-04T07:02:43.025" v="402" actId="14100"/>
          <ac:spMkLst>
            <pc:docMk/>
            <pc:sldMk cId="128499122" sldId="274"/>
            <ac:spMk id="87" creationId="{0EAF4575-6345-9DC5-2E85-8DFE7BA39979}"/>
          </ac:spMkLst>
        </pc:spChg>
        <pc:spChg chg="add del">
          <ac:chgData name="Prashant Semwal" userId="cdb7dcb214019aef" providerId="Windows Live" clId="Web-{69DE3564-8DE7-80EC-4E77-82D5644A82CC}" dt="2024-06-04T06:59:28.928" v="386"/>
          <ac:spMkLst>
            <pc:docMk/>
            <pc:sldMk cId="128499122" sldId="274"/>
            <ac:spMk id="88" creationId="{1C7CDC5E-9E67-8AE3-9E88-E790448ABC65}"/>
          </ac:spMkLst>
        </pc:spChg>
        <pc:spChg chg="add">
          <ac:chgData name="Prashant Semwal" userId="cdb7dcb214019aef" providerId="Windows Live" clId="Web-{69DE3564-8DE7-80EC-4E77-82D5644A82CC}" dt="2024-06-04T07:00:22.742" v="392"/>
          <ac:spMkLst>
            <pc:docMk/>
            <pc:sldMk cId="128499122" sldId="274"/>
            <ac:spMk id="89" creationId="{42B15D50-5464-8A90-253D-FE1957376488}"/>
          </ac:spMkLst>
        </pc:spChg>
        <pc:spChg chg="add mod">
          <ac:chgData name="Prashant Semwal" userId="cdb7dcb214019aef" providerId="Windows Live" clId="Web-{69DE3564-8DE7-80EC-4E77-82D5644A82CC}" dt="2024-06-04T07:01:45.055" v="399" actId="1076"/>
          <ac:spMkLst>
            <pc:docMk/>
            <pc:sldMk cId="128499122" sldId="274"/>
            <ac:spMk id="90" creationId="{122D8FD5-9C80-A862-1DF3-FC3BE2B20981}"/>
          </ac:spMkLst>
        </pc:spChg>
        <pc:graphicFrameChg chg="add del mod ord modGraphic">
          <ac:chgData name="Prashant Semwal" userId="cdb7dcb214019aef" providerId="Windows Live" clId="Web-{69DE3564-8DE7-80EC-4E77-82D5644A82CC}" dt="2024-06-04T06:54:54.236" v="366"/>
          <ac:graphicFrameMkLst>
            <pc:docMk/>
            <pc:sldMk cId="128499122" sldId="274"/>
            <ac:graphicFrameMk id="6" creationId="{B4D2D1E3-0897-F5CB-6F28-18736343E6F5}"/>
          </ac:graphicFrameMkLst>
        </pc:graphicFrameChg>
        <pc:graphicFrameChg chg="add del mod ord modGraphic">
          <ac:chgData name="Prashant Semwal" userId="cdb7dcb214019aef" providerId="Windows Live" clId="Web-{69DE3564-8DE7-80EC-4E77-82D5644A82CC}" dt="2024-06-04T06:56:41.972" v="374"/>
          <ac:graphicFrameMkLst>
            <pc:docMk/>
            <pc:sldMk cId="128499122" sldId="274"/>
            <ac:graphicFrameMk id="20" creationId="{56AB8292-5D75-ABA3-ED5D-01BAFE051BC6}"/>
          </ac:graphicFrameMkLst>
        </pc:graphicFrameChg>
        <pc:graphicFrameChg chg="add del mod ord modGraphic">
          <ac:chgData name="Prashant Semwal" userId="cdb7dcb214019aef" providerId="Windows Live" clId="Web-{69DE3564-8DE7-80EC-4E77-82D5644A82CC}" dt="2024-06-04T06:58:05.380" v="382"/>
          <ac:graphicFrameMkLst>
            <pc:docMk/>
            <pc:sldMk cId="128499122" sldId="274"/>
            <ac:graphicFrameMk id="47" creationId="{3E7A88D6-A64C-F524-85DB-60BDBEB9EBB0}"/>
          </ac:graphicFrameMkLst>
        </pc:graphicFrameChg>
      </pc:sldChg>
      <pc:sldChg chg="addSp delSp modSp new del">
        <pc:chgData name="Prashant Semwal" userId="cdb7dcb214019aef" providerId="Windows Live" clId="Web-{69DE3564-8DE7-80EC-4E77-82D5644A82CC}" dt="2024-06-04T06:35:41.742" v="342"/>
        <pc:sldMkLst>
          <pc:docMk/>
          <pc:sldMk cId="441082761" sldId="274"/>
        </pc:sldMkLst>
        <pc:spChg chg="del">
          <ac:chgData name="Prashant Semwal" userId="cdb7dcb214019aef" providerId="Windows Live" clId="Web-{69DE3564-8DE7-80EC-4E77-82D5644A82CC}" dt="2024-06-04T06:28:31.883" v="301"/>
          <ac:spMkLst>
            <pc:docMk/>
            <pc:sldMk cId="441082761" sldId="274"/>
            <ac:spMk id="3" creationId="{2A0E06A5-B2A4-7227-68C1-825773E2B55D}"/>
          </ac:spMkLst>
        </pc:spChg>
        <pc:spChg chg="add mod">
          <ac:chgData name="Prashant Semwal" userId="cdb7dcb214019aef" providerId="Windows Live" clId="Web-{69DE3564-8DE7-80EC-4E77-82D5644A82CC}" dt="2024-06-04T06:34:08.399" v="341" actId="20577"/>
          <ac:spMkLst>
            <pc:docMk/>
            <pc:sldMk cId="441082761" sldId="274"/>
            <ac:spMk id="435" creationId="{0C03BF5A-9037-5AAA-30DD-3D7D2E344CCD}"/>
          </ac:spMkLst>
        </pc:spChg>
        <pc:graphicFrameChg chg="add del mod ord modGraphic">
          <ac:chgData name="Prashant Semwal" userId="cdb7dcb214019aef" providerId="Windows Live" clId="Web-{69DE3564-8DE7-80EC-4E77-82D5644A82CC}" dt="2024-06-04T06:33:37.399" v="333"/>
          <ac:graphicFrameMkLst>
            <pc:docMk/>
            <pc:sldMk cId="441082761" sldId="274"/>
            <ac:graphicFrameMk id="4" creationId="{3A9E6259-B6CE-FAD0-269A-3CD20B5BFCD7}"/>
          </ac:graphicFrameMkLst>
        </pc:graphicFrameChg>
        <pc:graphicFrameChg chg="add mod modGraphic">
          <ac:chgData name="Prashant Semwal" userId="cdb7dcb214019aef" providerId="Windows Live" clId="Web-{69DE3564-8DE7-80EC-4E77-82D5644A82CC}" dt="2024-06-04T06:32:56.665" v="327" actId="1076"/>
          <ac:graphicFrameMkLst>
            <pc:docMk/>
            <pc:sldMk cId="441082761" sldId="274"/>
            <ac:graphicFrameMk id="46" creationId="{631BB2DF-9848-34ED-FB94-601C1CE6ED5D}"/>
          </ac:graphicFrameMkLst>
        </pc:graphicFrameChg>
      </pc:sldChg>
    </pc:docChg>
  </pc:docChgLst>
  <pc:docChgLst>
    <pc:chgData name="Prashant Semwal" userId="cdb7dcb214019aef" providerId="Windows Live" clId="Web-{1A8ECCD6-BF80-EF23-B08B-EF52C50EF42C}"/>
    <pc:docChg chg="mod addSld delSld modSld modMainMaster">
      <pc:chgData name="Prashant Semwal" userId="cdb7dcb214019aef" providerId="Windows Live" clId="Web-{1A8ECCD6-BF80-EF23-B08B-EF52C50EF42C}" dt="2024-06-03T19:27:26.342" v="1100" actId="20577"/>
      <pc:docMkLst>
        <pc:docMk/>
      </pc:docMkLst>
      <pc:sldChg chg="addSp modSp mod setBg">
        <pc:chgData name="Prashant Semwal" userId="cdb7dcb214019aef" providerId="Windows Live" clId="Web-{1A8ECCD6-BF80-EF23-B08B-EF52C50EF42C}" dt="2024-06-03T11:25:17.593" v="164" actId="1076"/>
        <pc:sldMkLst>
          <pc:docMk/>
          <pc:sldMk cId="109857222" sldId="256"/>
        </pc:sldMkLst>
        <pc:spChg chg="mod">
          <ac:chgData name="Prashant Semwal" userId="cdb7dcb214019aef" providerId="Windows Live" clId="Web-{1A8ECCD6-BF80-EF23-B08B-EF52C50EF42C}" dt="2024-06-03T11:15:27.767" v="11" actId="14100"/>
          <ac:spMkLst>
            <pc:docMk/>
            <pc:sldMk cId="109857222" sldId="256"/>
            <ac:spMk id="2" creationId="{00000000-0000-0000-0000-000000000000}"/>
          </ac:spMkLst>
        </pc:spChg>
        <pc:spChg chg="mod">
          <ac:chgData name="Prashant Semwal" userId="cdb7dcb214019aef" providerId="Windows Live" clId="Web-{1A8ECCD6-BF80-EF23-B08B-EF52C50EF42C}" dt="2024-06-03T11:25:10.062" v="162" actId="14100"/>
          <ac:spMkLst>
            <pc:docMk/>
            <pc:sldMk cId="109857222" sldId="256"/>
            <ac:spMk id="3" creationId="{00000000-0000-0000-0000-000000000000}"/>
          </ac:spMkLst>
        </pc:spChg>
        <pc:picChg chg="add mod">
          <ac:chgData name="Prashant Semwal" userId="cdb7dcb214019aef" providerId="Windows Live" clId="Web-{1A8ECCD6-BF80-EF23-B08B-EF52C50EF42C}" dt="2024-06-03T11:25:17.593" v="164" actId="1076"/>
          <ac:picMkLst>
            <pc:docMk/>
            <pc:sldMk cId="109857222" sldId="256"/>
            <ac:picMk id="4" creationId="{3EA1E77B-B56A-5C87-590A-E869864D83FE}"/>
          </ac:picMkLst>
        </pc:picChg>
      </pc:sldChg>
      <pc:sldChg chg="modSp new">
        <pc:chgData name="Prashant Semwal" userId="cdb7dcb214019aef" providerId="Windows Live" clId="Web-{1A8ECCD6-BF80-EF23-B08B-EF52C50EF42C}" dt="2024-06-03T11:35:42.314" v="203" actId="20577"/>
        <pc:sldMkLst>
          <pc:docMk/>
          <pc:sldMk cId="2132995402" sldId="257"/>
        </pc:sldMkLst>
        <pc:spChg chg="mod">
          <ac:chgData name="Prashant Semwal" userId="cdb7dcb214019aef" providerId="Windows Live" clId="Web-{1A8ECCD6-BF80-EF23-B08B-EF52C50EF42C}" dt="2024-06-03T11:29:05.313" v="181" actId="20577"/>
          <ac:spMkLst>
            <pc:docMk/>
            <pc:sldMk cId="2132995402" sldId="257"/>
            <ac:spMk id="2" creationId="{67AE34C1-423B-9E5D-74B3-C6A36F5AF9C3}"/>
          </ac:spMkLst>
        </pc:spChg>
        <pc:spChg chg="mod">
          <ac:chgData name="Prashant Semwal" userId="cdb7dcb214019aef" providerId="Windows Live" clId="Web-{1A8ECCD6-BF80-EF23-B08B-EF52C50EF42C}" dt="2024-06-03T11:35:42.314" v="203" actId="20577"/>
          <ac:spMkLst>
            <pc:docMk/>
            <pc:sldMk cId="2132995402" sldId="257"/>
            <ac:spMk id="3" creationId="{1FA82ADC-E1F1-E47D-9576-CBF77D984EB0}"/>
          </ac:spMkLst>
        </pc:spChg>
      </pc:sldChg>
      <pc:sldChg chg="modSp new">
        <pc:chgData name="Prashant Semwal" userId="cdb7dcb214019aef" providerId="Windows Live" clId="Web-{1A8ECCD6-BF80-EF23-B08B-EF52C50EF42C}" dt="2024-06-03T17:20:59.234" v="685" actId="20577"/>
        <pc:sldMkLst>
          <pc:docMk/>
          <pc:sldMk cId="3317855514" sldId="258"/>
        </pc:sldMkLst>
        <pc:spChg chg="mod">
          <ac:chgData name="Prashant Semwal" userId="cdb7dcb214019aef" providerId="Windows Live" clId="Web-{1A8ECCD6-BF80-EF23-B08B-EF52C50EF42C}" dt="2024-06-03T15:53:40.860" v="483" actId="14100"/>
          <ac:spMkLst>
            <pc:docMk/>
            <pc:sldMk cId="3317855514" sldId="258"/>
            <ac:spMk id="2" creationId="{8555D89F-8830-0840-F938-6EC01BD08923}"/>
          </ac:spMkLst>
        </pc:spChg>
        <pc:spChg chg="mod">
          <ac:chgData name="Prashant Semwal" userId="cdb7dcb214019aef" providerId="Windows Live" clId="Web-{1A8ECCD6-BF80-EF23-B08B-EF52C50EF42C}" dt="2024-06-03T17:20:59.234" v="685" actId="20577"/>
          <ac:spMkLst>
            <pc:docMk/>
            <pc:sldMk cId="3317855514" sldId="258"/>
            <ac:spMk id="3" creationId="{3DB35EB9-2AE6-9ABB-C167-4AE653A00378}"/>
          </ac:spMkLst>
        </pc:spChg>
      </pc:sldChg>
      <pc:sldChg chg="addSp delSp modSp new del mod setBg">
        <pc:chgData name="Prashant Semwal" userId="cdb7dcb214019aef" providerId="Windows Live" clId="Web-{1A8ECCD6-BF80-EF23-B08B-EF52C50EF42C}" dt="2024-06-03T15:51:26.250" v="446"/>
        <pc:sldMkLst>
          <pc:docMk/>
          <pc:sldMk cId="3834314311" sldId="258"/>
        </pc:sldMkLst>
        <pc:spChg chg="mod">
          <ac:chgData name="Prashant Semwal" userId="cdb7dcb214019aef" providerId="Windows Live" clId="Web-{1A8ECCD6-BF80-EF23-B08B-EF52C50EF42C}" dt="2024-06-03T15:45:12.016" v="345"/>
          <ac:spMkLst>
            <pc:docMk/>
            <pc:sldMk cId="3834314311" sldId="258"/>
            <ac:spMk id="2" creationId="{D3142FEE-B14B-B754-7370-9B7DD2AFD04A}"/>
          </ac:spMkLst>
        </pc:spChg>
        <pc:spChg chg="mod">
          <ac:chgData name="Prashant Semwal" userId="cdb7dcb214019aef" providerId="Windows Live" clId="Web-{1A8ECCD6-BF80-EF23-B08B-EF52C50EF42C}" dt="2024-06-03T15:51:21.282" v="445" actId="20577"/>
          <ac:spMkLst>
            <pc:docMk/>
            <pc:sldMk cId="3834314311" sldId="258"/>
            <ac:spMk id="3" creationId="{4CBE0460-B15B-624E-4D57-77B0925F525A}"/>
          </ac:spMkLst>
        </pc:spChg>
        <pc:spChg chg="add del">
          <ac:chgData name="Prashant Semwal" userId="cdb7dcb214019aef" providerId="Windows Live" clId="Web-{1A8ECCD6-BF80-EF23-B08B-EF52C50EF42C}" dt="2024-06-03T15:45:12.016" v="345"/>
          <ac:spMkLst>
            <pc:docMk/>
            <pc:sldMk cId="3834314311" sldId="258"/>
            <ac:spMk id="8" creationId="{100EDD19-6802-4EC3-95CE-CFFAB042CFD6}"/>
          </ac:spMkLst>
        </pc:spChg>
        <pc:spChg chg="add del">
          <ac:chgData name="Prashant Semwal" userId="cdb7dcb214019aef" providerId="Windows Live" clId="Web-{1A8ECCD6-BF80-EF23-B08B-EF52C50EF42C}" dt="2024-06-03T15:45:12.016" v="345"/>
          <ac:spMkLst>
            <pc:docMk/>
            <pc:sldMk cId="3834314311" sldId="258"/>
            <ac:spMk id="10" creationId="{DB17E863-922E-4C26-BD64-E8FD41D28661}"/>
          </ac:spMkLst>
        </pc:spChg>
      </pc:sldChg>
      <pc:sldChg chg="modSp new">
        <pc:chgData name="Prashant Semwal" userId="cdb7dcb214019aef" providerId="Windows Live" clId="Web-{1A8ECCD6-BF80-EF23-B08B-EF52C50EF42C}" dt="2024-06-03T17:43:27.793" v="895" actId="20577"/>
        <pc:sldMkLst>
          <pc:docMk/>
          <pc:sldMk cId="899098510" sldId="259"/>
        </pc:sldMkLst>
        <pc:spChg chg="mod">
          <ac:chgData name="Prashant Semwal" userId="cdb7dcb214019aef" providerId="Windows Live" clId="Web-{1A8ECCD6-BF80-EF23-B08B-EF52C50EF42C}" dt="2024-06-03T17:36:48.495" v="777" actId="20577"/>
          <ac:spMkLst>
            <pc:docMk/>
            <pc:sldMk cId="899098510" sldId="259"/>
            <ac:spMk id="2" creationId="{CD83CBA5-B41D-4EBD-5E33-7D07152AD449}"/>
          </ac:spMkLst>
        </pc:spChg>
        <pc:spChg chg="mod">
          <ac:chgData name="Prashant Semwal" userId="cdb7dcb214019aef" providerId="Windows Live" clId="Web-{1A8ECCD6-BF80-EF23-B08B-EF52C50EF42C}" dt="2024-06-03T17:43:27.793" v="895" actId="20577"/>
          <ac:spMkLst>
            <pc:docMk/>
            <pc:sldMk cId="899098510" sldId="259"/>
            <ac:spMk id="3" creationId="{23F9FCC5-7831-D4A9-359B-18CB6DCB4F2D}"/>
          </ac:spMkLst>
        </pc:spChg>
      </pc:sldChg>
      <pc:sldChg chg="modSp new del addCm delCm">
        <pc:chgData name="Prashant Semwal" userId="cdb7dcb214019aef" providerId="Windows Live" clId="Web-{1A8ECCD6-BF80-EF23-B08B-EF52C50EF42C}" dt="2024-06-03T17:36:26.776" v="770"/>
        <pc:sldMkLst>
          <pc:docMk/>
          <pc:sldMk cId="1244388588" sldId="259"/>
        </pc:sldMkLst>
        <pc:spChg chg="mod">
          <ac:chgData name="Prashant Semwal" userId="cdb7dcb214019aef" providerId="Windows Live" clId="Web-{1A8ECCD6-BF80-EF23-B08B-EF52C50EF42C}" dt="2024-06-03T17:36:16.105" v="769" actId="14100"/>
          <ac:spMkLst>
            <pc:docMk/>
            <pc:sldMk cId="1244388588" sldId="259"/>
            <ac:spMk id="2" creationId="{2F32C5C2-47BD-3856-E63A-DB243A096200}"/>
          </ac:spMkLst>
        </pc:spChg>
        <pc:spChg chg="mod">
          <ac:chgData name="Prashant Semwal" userId="cdb7dcb214019aef" providerId="Windows Live" clId="Web-{1A8ECCD6-BF80-EF23-B08B-EF52C50EF42C}" dt="2024-06-03T17:35:31.995" v="757" actId="20577"/>
          <ac:spMkLst>
            <pc:docMk/>
            <pc:sldMk cId="1244388588" sldId="259"/>
            <ac:spMk id="3" creationId="{CF419C52-156A-2F1C-5DF1-C675D7C41665}"/>
          </ac:spMkLst>
        </pc:spChg>
        <pc:extLst>
          <p:ext xmlns:p="http://schemas.openxmlformats.org/presentationml/2006/main" uri="{D6D511B9-2390-475A-947B-AFAB55BFBCF1}">
            <pc226:cmChg xmlns:pc226="http://schemas.microsoft.com/office/powerpoint/2022/06/main/command" chg="add del">
              <pc226:chgData name="Prashant Semwal" userId="cdb7dcb214019aef" providerId="Windows Live" clId="Web-{1A8ECCD6-BF80-EF23-B08B-EF52C50EF42C}" dt="2024-06-03T17:26:32.439" v="709"/>
              <pc2:cmMkLst xmlns:pc2="http://schemas.microsoft.com/office/powerpoint/2019/9/main/command">
                <pc:docMk/>
                <pc:sldMk cId="1244388588" sldId="259"/>
                <pc2:cmMk id="{438403A4-8E44-4998-9FEC-809F72C5F5A5}"/>
              </pc2:cmMkLst>
            </pc226:cmChg>
          </p:ext>
        </pc:extLst>
      </pc:sldChg>
      <pc:sldChg chg="modSp new">
        <pc:chgData name="Prashant Semwal" userId="cdb7dcb214019aef" providerId="Windows Live" clId="Web-{1A8ECCD6-BF80-EF23-B08B-EF52C50EF42C}" dt="2024-06-03T18:02:20.453" v="964" actId="14100"/>
        <pc:sldMkLst>
          <pc:docMk/>
          <pc:sldMk cId="1626441459" sldId="260"/>
        </pc:sldMkLst>
        <pc:spChg chg="mod">
          <ac:chgData name="Prashant Semwal" userId="cdb7dcb214019aef" providerId="Windows Live" clId="Web-{1A8ECCD6-BF80-EF23-B08B-EF52C50EF42C}" dt="2024-06-03T17:57:47.807" v="900" actId="20577"/>
          <ac:spMkLst>
            <pc:docMk/>
            <pc:sldMk cId="1626441459" sldId="260"/>
            <ac:spMk id="2" creationId="{F50C1C69-5CE6-BF1D-BEEE-B622316F470E}"/>
          </ac:spMkLst>
        </pc:spChg>
        <pc:spChg chg="mod">
          <ac:chgData name="Prashant Semwal" userId="cdb7dcb214019aef" providerId="Windows Live" clId="Web-{1A8ECCD6-BF80-EF23-B08B-EF52C50EF42C}" dt="2024-06-03T18:02:20.453" v="964" actId="14100"/>
          <ac:spMkLst>
            <pc:docMk/>
            <pc:sldMk cId="1626441459" sldId="260"/>
            <ac:spMk id="3" creationId="{F4CE4B3B-FEDD-8EBC-0626-44BEC94C8015}"/>
          </ac:spMkLst>
        </pc:spChg>
      </pc:sldChg>
      <pc:sldChg chg="modSp new">
        <pc:chgData name="Prashant Semwal" userId="cdb7dcb214019aef" providerId="Windows Live" clId="Web-{1A8ECCD6-BF80-EF23-B08B-EF52C50EF42C}" dt="2024-06-03T18:48:13.673" v="1047" actId="20577"/>
        <pc:sldMkLst>
          <pc:docMk/>
          <pc:sldMk cId="2810904251" sldId="261"/>
        </pc:sldMkLst>
        <pc:spChg chg="mod">
          <ac:chgData name="Prashant Semwal" userId="cdb7dcb214019aef" providerId="Windows Live" clId="Web-{1A8ECCD6-BF80-EF23-B08B-EF52C50EF42C}" dt="2024-06-03T18:48:13.673" v="1047" actId="20577"/>
          <ac:spMkLst>
            <pc:docMk/>
            <pc:sldMk cId="2810904251" sldId="261"/>
            <ac:spMk id="2" creationId="{6583CC45-E744-0705-4F73-0AAD5A67F779}"/>
          </ac:spMkLst>
        </pc:spChg>
        <pc:spChg chg="mod">
          <ac:chgData name="Prashant Semwal" userId="cdb7dcb214019aef" providerId="Windows Live" clId="Web-{1A8ECCD6-BF80-EF23-B08B-EF52C50EF42C}" dt="2024-06-03T18:47:11.001" v="1040" actId="20577"/>
          <ac:spMkLst>
            <pc:docMk/>
            <pc:sldMk cId="2810904251" sldId="261"/>
            <ac:spMk id="3" creationId="{7DC0DC53-52C6-400B-4FD4-A88D123A0375}"/>
          </ac:spMkLst>
        </pc:spChg>
      </pc:sldChg>
      <pc:sldChg chg="modSp new">
        <pc:chgData name="Prashant Semwal" userId="cdb7dcb214019aef" providerId="Windows Live" clId="Web-{1A8ECCD6-BF80-EF23-B08B-EF52C50EF42C}" dt="2024-06-03T19:27:26.342" v="1100" actId="20577"/>
        <pc:sldMkLst>
          <pc:docMk/>
          <pc:sldMk cId="2265428394" sldId="262"/>
        </pc:sldMkLst>
        <pc:spChg chg="mod">
          <ac:chgData name="Prashant Semwal" userId="cdb7dcb214019aef" providerId="Windows Live" clId="Web-{1A8ECCD6-BF80-EF23-B08B-EF52C50EF42C}" dt="2024-06-03T18:56:40.772" v="1050" actId="20577"/>
          <ac:spMkLst>
            <pc:docMk/>
            <pc:sldMk cId="2265428394" sldId="262"/>
            <ac:spMk id="2" creationId="{77BFF232-145F-1D79-0875-66EC793B8B1A}"/>
          </ac:spMkLst>
        </pc:spChg>
        <pc:spChg chg="mod">
          <ac:chgData name="Prashant Semwal" userId="cdb7dcb214019aef" providerId="Windows Live" clId="Web-{1A8ECCD6-BF80-EF23-B08B-EF52C50EF42C}" dt="2024-06-03T19:27:26.342" v="1100" actId="20577"/>
          <ac:spMkLst>
            <pc:docMk/>
            <pc:sldMk cId="2265428394" sldId="262"/>
            <ac:spMk id="3" creationId="{FAC4474B-81BC-DD0C-CEAB-0621F1635727}"/>
          </ac:spMkLst>
        </pc:spChg>
      </pc:sldChg>
      <pc:sldMasterChg chg="mod setBg modSldLayout">
        <pc:chgData name="Prashant Semwal" userId="cdb7dcb214019aef" providerId="Windows Live" clId="Web-{1A8ECCD6-BF80-EF23-B08B-EF52C50EF42C}" dt="2024-06-03T11:09:38.047" v="4"/>
        <pc:sldMasterMkLst>
          <pc:docMk/>
          <pc:sldMasterMk cId="2460954070" sldId="2147483660"/>
        </pc:sldMasterMkLst>
        <pc:sldLayoutChg chg="mod">
          <pc:chgData name="Prashant Semwal" userId="cdb7dcb214019aef" providerId="Windows Live" clId="Web-{1A8ECCD6-BF80-EF23-B08B-EF52C50EF42C}" dt="2024-06-03T11:09:38.047" v="4"/>
          <pc:sldLayoutMkLst>
            <pc:docMk/>
            <pc:sldMasterMk cId="2460954070" sldId="2147483660"/>
            <pc:sldLayoutMk cId="2385387890" sldId="2147483661"/>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949138452" sldId="2147483662"/>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2591524520" sldId="2147483663"/>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1203092039" sldId="2147483664"/>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3733172339" sldId="2147483665"/>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3210312558" sldId="2147483666"/>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3146388984" sldId="2147483667"/>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3171841454" sldId="2147483668"/>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1718958274" sldId="2147483669"/>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2202905451" sldId="2147483670"/>
          </pc:sldLayoutMkLst>
        </pc:sldLayoutChg>
        <pc:sldLayoutChg chg="mod">
          <pc:chgData name="Prashant Semwal" userId="cdb7dcb214019aef" providerId="Windows Live" clId="Web-{1A8ECCD6-BF80-EF23-B08B-EF52C50EF42C}" dt="2024-06-03T11:09:38.047" v="4"/>
          <pc:sldLayoutMkLst>
            <pc:docMk/>
            <pc:sldMasterMk cId="2460954070" sldId="2147483660"/>
            <pc:sldLayoutMk cId="3479445657" sldId="214748367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research.ibm.com/topics/fairness-accountability-transparency"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usa.kaspersky.com/blog/biggest-ransomware-attacks-2023"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cuckoosandbox/cuckoo"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uckoosandbox.org/documentation/" TargetMode="External"/><Relationship Id="rId2" Type="http://schemas.openxmlformats.org/officeDocument/2006/relationships/hyperlink" Target="http://localhost:8000"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datthinh1801/cicflowmeter" TargetMode="External"/><Relationship Id="rId2" Type="http://schemas.openxmlformats.org/officeDocument/2006/relationships/hyperlink" Target="https://github.com/ahlashkari/CICFlowMete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tensorflow.or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morioh.com/p/347a9262da98"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scikit-learn.org/stable/modules/generated/sklearn.neighbors.NearestCentroid.html"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scikit-learn.org/stable/modules/ensemble.html#gradient-boosting"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0726" y="-1626"/>
            <a:ext cx="10379674" cy="2268943"/>
          </a:xfrm>
        </p:spPr>
        <p:txBody>
          <a:bodyPr>
            <a:normAutofit fontScale="90000"/>
          </a:bodyPr>
          <a:lstStyle/>
          <a:p>
            <a:r>
              <a:rPr lang="en-US" u="sng" dirty="0">
                <a:ea typeface="+mj-lt"/>
                <a:cs typeface="+mj-lt"/>
              </a:rPr>
              <a:t> </a:t>
            </a:r>
            <a:r>
              <a:rPr lang="en-US" b="1" u="sng" dirty="0">
                <a:ea typeface="+mj-lt"/>
                <a:cs typeface="+mj-lt"/>
              </a:rPr>
              <a:t>Unveiling the secrets of ML models for developing trustworthy tools</a:t>
            </a:r>
            <a:endParaRPr lang="en-US" b="1" u="sng"/>
          </a:p>
        </p:txBody>
      </p:sp>
      <p:sp>
        <p:nvSpPr>
          <p:cNvPr id="3" name="Subtitle 2"/>
          <p:cNvSpPr>
            <a:spLocks noGrp="1"/>
          </p:cNvSpPr>
          <p:nvPr>
            <p:ph type="subTitle" idx="1"/>
          </p:nvPr>
        </p:nvSpPr>
        <p:spPr>
          <a:xfrm>
            <a:off x="3892378" y="4774661"/>
            <a:ext cx="4077097" cy="1585742"/>
          </a:xfrm>
        </p:spPr>
        <p:txBody>
          <a:bodyPr vert="horz" lIns="91440" tIns="45720" rIns="91440" bIns="45720" rtlCol="0" anchor="ctr">
            <a:normAutofit fontScale="70000" lnSpcReduction="20000"/>
          </a:bodyPr>
          <a:lstStyle/>
          <a:p>
            <a:r>
              <a:rPr lang="en-US" i="1" dirty="0">
                <a:ea typeface="+mn-lt"/>
                <a:cs typeface="+mn-lt"/>
              </a:rPr>
              <a:t>Created by :</a:t>
            </a:r>
            <a:endParaRPr lang="en-US" i="1" dirty="0"/>
          </a:p>
          <a:p>
            <a:r>
              <a:rPr lang="en-US" i="1" dirty="0"/>
              <a:t>DEVYANSH TIWARI(21-CS-14)</a:t>
            </a:r>
          </a:p>
          <a:p>
            <a:r>
              <a:rPr lang="en-US" i="1" dirty="0"/>
              <a:t> PRASHANT SEMWAL(21-CS-26)</a:t>
            </a:r>
            <a:endParaRPr lang="en-US" dirty="0"/>
          </a:p>
          <a:p>
            <a:r>
              <a:rPr lang="en-US" i="1" dirty="0"/>
              <a:t>RAMAN PANDEY(21-CS-31)</a:t>
            </a:r>
          </a:p>
          <a:p>
            <a:r>
              <a:rPr lang="en-US" i="1" dirty="0"/>
              <a:t>SUBMITTED TO: DR PREETI MISHRA</a:t>
            </a:r>
          </a:p>
        </p:txBody>
      </p:sp>
      <p:pic>
        <p:nvPicPr>
          <p:cNvPr id="4" name="Picture 3" descr="A logo of a university&#10;&#10;Description automatically generated">
            <a:extLst>
              <a:ext uri="{FF2B5EF4-FFF2-40B4-BE49-F238E27FC236}">
                <a16:creationId xmlns:a16="http://schemas.microsoft.com/office/drawing/2014/main" id="{3EA1E77B-B56A-5C87-590A-E869864D83FE}"/>
              </a:ext>
            </a:extLst>
          </p:cNvPr>
          <p:cNvPicPr>
            <a:picLocks noChangeAspect="1"/>
          </p:cNvPicPr>
          <p:nvPr/>
        </p:nvPicPr>
        <p:blipFill>
          <a:blip r:embed="rId2"/>
          <a:stretch>
            <a:fillRect/>
          </a:stretch>
        </p:blipFill>
        <p:spPr>
          <a:xfrm>
            <a:off x="4426035" y="2516876"/>
            <a:ext cx="3016909" cy="1830265"/>
          </a:xfrm>
          <a:prstGeom prst="rect">
            <a:avLst/>
          </a:prstGeom>
          <a:ln w="28575">
            <a:solidFill>
              <a:schemeClr val="tx1"/>
            </a:solidFill>
            <a:extLst>
              <a:ext uri="{C807C97D-BFC1-408E-A445-0C87EB9F89A2}">
                <ask:lineSketchStyleProps xmlns:ask="http://schemas.microsoft.com/office/drawing/2018/sketchyshapes">
                  <ask:type>
                    <ask:lineSketchNone/>
                  </ask:type>
                </ask:lineSketchStyleProps>
              </a:ext>
            </a:extLst>
          </a:ln>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E34C1-423B-9E5D-74B3-C6A36F5AF9C3}"/>
              </a:ext>
            </a:extLst>
          </p:cNvPr>
          <p:cNvSpPr>
            <a:spLocks noGrp="1"/>
          </p:cNvSpPr>
          <p:nvPr>
            <p:ph type="title"/>
          </p:nvPr>
        </p:nvSpPr>
        <p:spPr>
          <a:xfrm>
            <a:off x="838200" y="1710"/>
            <a:ext cx="10515600" cy="1137994"/>
          </a:xfrm>
        </p:spPr>
        <p:txBody>
          <a:bodyPr/>
          <a:lstStyle/>
          <a:p>
            <a:pPr algn="ctr"/>
            <a:r>
              <a:rPr lang="en-US" dirty="0">
                <a:latin typeface="Arial"/>
                <a:cs typeface="Calibri"/>
              </a:rPr>
              <a:t>Contents</a:t>
            </a:r>
            <a:r>
              <a:rPr lang="en-US" dirty="0">
                <a:latin typeface="Arial"/>
                <a:cs typeface="Arial"/>
              </a:rPr>
              <a:t> </a:t>
            </a:r>
          </a:p>
        </p:txBody>
      </p:sp>
      <p:sp>
        <p:nvSpPr>
          <p:cNvPr id="3" name="Content Placeholder 2">
            <a:extLst>
              <a:ext uri="{FF2B5EF4-FFF2-40B4-BE49-F238E27FC236}">
                <a16:creationId xmlns:a16="http://schemas.microsoft.com/office/drawing/2014/main" id="{1FA82ADC-E1F1-E47D-9576-CBF77D984EB0}"/>
              </a:ext>
            </a:extLst>
          </p:cNvPr>
          <p:cNvSpPr>
            <a:spLocks noGrp="1"/>
          </p:cNvSpPr>
          <p:nvPr>
            <p:ph idx="1"/>
          </p:nvPr>
        </p:nvSpPr>
        <p:spPr>
          <a:xfrm>
            <a:off x="838200" y="1333256"/>
            <a:ext cx="10515600" cy="4984383"/>
          </a:xfrm>
        </p:spPr>
        <p:txBody>
          <a:bodyPr vert="horz" lIns="91440" tIns="45720" rIns="91440" bIns="45720" rtlCol="0" anchor="t">
            <a:normAutofit fontScale="70000" lnSpcReduction="20000"/>
          </a:bodyPr>
          <a:lstStyle/>
          <a:p>
            <a:pPr>
              <a:buFont typeface="Wingdings" panose="020B0604020202020204" pitchFamily="34" charset="0"/>
              <a:buChar char="Ø"/>
            </a:pPr>
            <a:r>
              <a:rPr lang="en-US" dirty="0">
                <a:ea typeface="+mn-lt"/>
                <a:cs typeface="+mn-lt"/>
              </a:rPr>
              <a:t>Introduction to Trustworthy ML Models </a:t>
            </a:r>
            <a:endParaRPr lang="en-US" dirty="0"/>
          </a:p>
          <a:p>
            <a:pPr>
              <a:buFont typeface="Wingdings" panose="020B0604020202020204" pitchFamily="34" charset="0"/>
              <a:buChar char="Ø"/>
            </a:pPr>
            <a:r>
              <a:rPr lang="en-US" dirty="0"/>
              <a:t> </a:t>
            </a:r>
            <a:r>
              <a:rPr lang="en-US" dirty="0">
                <a:ea typeface="+mn-lt"/>
                <a:cs typeface="+mn-lt"/>
              </a:rPr>
              <a:t>Downloading Network Binaries </a:t>
            </a:r>
          </a:p>
          <a:p>
            <a:pPr>
              <a:buFont typeface="Wingdings" panose="020B0604020202020204" pitchFamily="34" charset="0"/>
              <a:buChar char="Ø"/>
            </a:pPr>
            <a:r>
              <a:rPr lang="en-US" dirty="0">
                <a:ea typeface="+mn-lt"/>
                <a:cs typeface="+mn-lt"/>
              </a:rPr>
              <a:t>Installing Cuckoo Sandbox </a:t>
            </a:r>
            <a:endParaRPr lang="en-US"/>
          </a:p>
          <a:p>
            <a:pPr>
              <a:buFont typeface="Wingdings" panose="020B0604020202020204" pitchFamily="34" charset="0"/>
              <a:buChar char="Ø"/>
            </a:pPr>
            <a:r>
              <a:rPr lang="en-US" dirty="0"/>
              <a:t> </a:t>
            </a:r>
            <a:r>
              <a:rPr lang="en-US" dirty="0">
                <a:ea typeface="+mn-lt"/>
                <a:cs typeface="+mn-lt"/>
              </a:rPr>
              <a:t>Using CIC Flow Meter for Feature Extraction</a:t>
            </a:r>
            <a:endParaRPr lang="en-US" dirty="0"/>
          </a:p>
          <a:p>
            <a:pPr>
              <a:buFont typeface="Wingdings" panose="020B0604020202020204" pitchFamily="34" charset="0"/>
              <a:buChar char="Ø"/>
            </a:pPr>
            <a:r>
              <a:rPr lang="en-US" dirty="0">
                <a:ea typeface="+mn-lt"/>
                <a:cs typeface="+mn-lt"/>
              </a:rPr>
              <a:t>Data Preprocessing </a:t>
            </a:r>
          </a:p>
          <a:p>
            <a:pPr>
              <a:buFont typeface="Wingdings" panose="020B0604020202020204" pitchFamily="34" charset="0"/>
              <a:buChar char="Ø"/>
            </a:pPr>
            <a:r>
              <a:rPr lang="en-US" dirty="0"/>
              <a:t> </a:t>
            </a:r>
            <a:r>
              <a:rPr lang="en-US" dirty="0">
                <a:ea typeface="+mn-lt"/>
                <a:cs typeface="+mn-lt"/>
              </a:rPr>
              <a:t>Explainability Techniques </a:t>
            </a:r>
            <a:endParaRPr lang="en-US" dirty="0"/>
          </a:p>
          <a:p>
            <a:pPr>
              <a:buFont typeface="Wingdings" panose="020B0604020202020204" pitchFamily="34" charset="0"/>
              <a:buChar char="Ø"/>
            </a:pPr>
            <a:r>
              <a:rPr lang="en-US" dirty="0">
                <a:ea typeface="+mn-lt"/>
                <a:cs typeface="+mn-lt"/>
              </a:rPr>
              <a:t>Model Training &amp; Testing </a:t>
            </a:r>
            <a:endParaRPr lang="en-US"/>
          </a:p>
          <a:p>
            <a:pPr>
              <a:buFont typeface="Wingdings" panose="020B0604020202020204" pitchFamily="34" charset="0"/>
              <a:buChar char="Ø"/>
            </a:pPr>
            <a:r>
              <a:rPr lang="en-US">
                <a:ea typeface="+mn-lt"/>
                <a:cs typeface="+mn-lt"/>
              </a:rPr>
              <a:t>Testing Process </a:t>
            </a:r>
            <a:endParaRPr lang="en-US"/>
          </a:p>
          <a:p>
            <a:pPr>
              <a:buFont typeface="Wingdings" panose="020B0604020202020204" pitchFamily="34" charset="0"/>
              <a:buChar char="Ø"/>
            </a:pPr>
            <a:r>
              <a:rPr lang="en-US" dirty="0">
                <a:ea typeface="+mn-lt"/>
                <a:cs typeface="+mn-lt"/>
              </a:rPr>
              <a:t>Accuracy and Precision Of Each Model </a:t>
            </a:r>
          </a:p>
          <a:p>
            <a:pPr>
              <a:buFont typeface="Wingdings" panose="020B0604020202020204" pitchFamily="34" charset="0"/>
              <a:buChar char="Ø"/>
            </a:pPr>
            <a:r>
              <a:rPr lang="en-US" dirty="0">
                <a:ea typeface="+mn-lt"/>
                <a:cs typeface="+mn-lt"/>
              </a:rPr>
              <a:t>Counterfactual Generation </a:t>
            </a:r>
            <a:endParaRPr lang="en-US"/>
          </a:p>
          <a:p>
            <a:pPr>
              <a:buFont typeface="Wingdings" panose="020B0604020202020204" pitchFamily="34" charset="0"/>
              <a:buChar char="Ø"/>
            </a:pPr>
            <a:r>
              <a:rPr lang="en-US" dirty="0">
                <a:ea typeface="+mn-lt"/>
                <a:cs typeface="+mn-lt"/>
              </a:rPr>
              <a:t>Pre-Processing Counterfactual Data </a:t>
            </a:r>
          </a:p>
          <a:p>
            <a:pPr>
              <a:buFont typeface="Wingdings" panose="020B0604020202020204" pitchFamily="34" charset="0"/>
              <a:buChar char="Ø"/>
            </a:pPr>
            <a:r>
              <a:rPr lang="en-US" dirty="0">
                <a:ea typeface="+mn-lt"/>
                <a:cs typeface="+mn-lt"/>
              </a:rPr>
              <a:t>Creating a New Dataset of Counterfactuals </a:t>
            </a:r>
          </a:p>
          <a:p>
            <a:pPr>
              <a:buFont typeface="Wingdings" panose="020B0604020202020204" pitchFamily="34" charset="0"/>
              <a:buChar char="Ø"/>
            </a:pPr>
            <a:r>
              <a:rPr lang="en-US" dirty="0">
                <a:ea typeface="+mn-lt"/>
                <a:cs typeface="+mn-lt"/>
              </a:rPr>
              <a:t>Training and Testing Split </a:t>
            </a:r>
          </a:p>
          <a:p>
            <a:pPr>
              <a:buFont typeface="Wingdings" panose="020B0604020202020204" pitchFamily="34" charset="0"/>
              <a:buChar char="Ø"/>
            </a:pPr>
            <a:r>
              <a:rPr lang="en-US" dirty="0">
                <a:ea typeface="+mn-lt"/>
                <a:cs typeface="+mn-lt"/>
              </a:rPr>
              <a:t>Conclusion</a:t>
            </a:r>
          </a:p>
        </p:txBody>
      </p:sp>
    </p:spTree>
    <p:extLst>
      <p:ext uri="{BB962C8B-B14F-4D97-AF65-F5344CB8AC3E}">
        <p14:creationId xmlns:p14="http://schemas.microsoft.com/office/powerpoint/2010/main" val="2132995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diagram of a data processing process&#10;&#10;Description automatically generated">
            <a:extLst>
              <a:ext uri="{FF2B5EF4-FFF2-40B4-BE49-F238E27FC236}">
                <a16:creationId xmlns:a16="http://schemas.microsoft.com/office/drawing/2014/main" id="{0E07569B-8093-93D4-A6C0-39C6AAA6A461}"/>
              </a:ext>
            </a:extLst>
          </p:cNvPr>
          <p:cNvPicPr>
            <a:picLocks noGrp="1" noChangeAspect="1"/>
          </p:cNvPicPr>
          <p:nvPr>
            <p:ph idx="1"/>
          </p:nvPr>
        </p:nvPicPr>
        <p:blipFill>
          <a:blip r:embed="rId2"/>
          <a:stretch>
            <a:fillRect/>
          </a:stretch>
        </p:blipFill>
        <p:spPr>
          <a:xfrm>
            <a:off x="6771212" y="965651"/>
            <a:ext cx="5281036" cy="5185718"/>
          </a:xfrm>
        </p:spPr>
      </p:pic>
      <p:pic>
        <p:nvPicPr>
          <p:cNvPr id="9" name="Picture 8" descr="A diagram of a computer system&#10;&#10;Description automatically generated">
            <a:extLst>
              <a:ext uri="{FF2B5EF4-FFF2-40B4-BE49-F238E27FC236}">
                <a16:creationId xmlns:a16="http://schemas.microsoft.com/office/drawing/2014/main" id="{903225A2-86A9-F91E-8502-0C9CE91152E4}"/>
              </a:ext>
            </a:extLst>
          </p:cNvPr>
          <p:cNvPicPr>
            <a:picLocks noChangeAspect="1"/>
          </p:cNvPicPr>
          <p:nvPr/>
        </p:nvPicPr>
        <p:blipFill>
          <a:blip r:embed="rId3"/>
          <a:stretch>
            <a:fillRect/>
          </a:stretch>
        </p:blipFill>
        <p:spPr>
          <a:xfrm>
            <a:off x="742145" y="960503"/>
            <a:ext cx="5857163" cy="5185718"/>
          </a:xfrm>
          <a:prstGeom prst="rect">
            <a:avLst/>
          </a:prstGeom>
        </p:spPr>
      </p:pic>
    </p:spTree>
    <p:extLst>
      <p:ext uri="{BB962C8B-B14F-4D97-AF65-F5344CB8AC3E}">
        <p14:creationId xmlns:p14="http://schemas.microsoft.com/office/powerpoint/2010/main" val="3990226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5D89F-8830-0840-F938-6EC01BD08923}"/>
              </a:ext>
            </a:extLst>
          </p:cNvPr>
          <p:cNvSpPr>
            <a:spLocks noGrp="1"/>
          </p:cNvSpPr>
          <p:nvPr>
            <p:ph type="title"/>
          </p:nvPr>
        </p:nvSpPr>
        <p:spPr>
          <a:xfrm>
            <a:off x="838200" y="142387"/>
            <a:ext cx="10515600" cy="1091102"/>
          </a:xfrm>
        </p:spPr>
        <p:txBody>
          <a:bodyPr>
            <a:normAutofit/>
          </a:bodyPr>
          <a:lstStyle/>
          <a:p>
            <a:pPr algn="ctr"/>
            <a:r>
              <a:rPr lang="en-US" sz="3600" dirty="0">
                <a:latin typeface="Century Gothic"/>
                <a:ea typeface="+mj-lt"/>
                <a:cs typeface="+mj-lt"/>
              </a:rPr>
              <a:t>Introduction to Trustworthy ML Models</a:t>
            </a:r>
            <a:endParaRPr lang="en-US">
              <a:latin typeface="Century Gothic"/>
            </a:endParaRPr>
          </a:p>
        </p:txBody>
      </p:sp>
      <p:sp>
        <p:nvSpPr>
          <p:cNvPr id="3" name="Content Placeholder 2">
            <a:extLst>
              <a:ext uri="{FF2B5EF4-FFF2-40B4-BE49-F238E27FC236}">
                <a16:creationId xmlns:a16="http://schemas.microsoft.com/office/drawing/2014/main" id="{3DB35EB9-2AE6-9ABB-C167-4AE653A00378}"/>
              </a:ext>
            </a:extLst>
          </p:cNvPr>
          <p:cNvSpPr>
            <a:spLocks noGrp="1"/>
          </p:cNvSpPr>
          <p:nvPr>
            <p:ph idx="1"/>
          </p:nvPr>
        </p:nvSpPr>
        <p:spPr>
          <a:xfrm>
            <a:off x="838200" y="1052740"/>
            <a:ext cx="10515600" cy="5439908"/>
          </a:xfrm>
        </p:spPr>
        <p:txBody>
          <a:bodyPr vert="horz" lIns="91440" tIns="45720" rIns="91440" bIns="45720" rtlCol="0" anchor="t">
            <a:normAutofit fontScale="85000" lnSpcReduction="20000"/>
          </a:bodyPr>
          <a:lstStyle/>
          <a:p>
            <a:pPr marL="0" indent="0" algn="ctr">
              <a:buNone/>
            </a:pPr>
            <a:endParaRPr lang="en-US" dirty="0">
              <a:latin typeface="Aptos" panose="020B0004020202020204"/>
              <a:ea typeface="+mn-lt"/>
              <a:cs typeface="+mn-lt"/>
            </a:endParaRPr>
          </a:p>
          <a:p>
            <a:pPr marL="0" indent="0" algn="ctr">
              <a:buNone/>
            </a:pPr>
            <a:r>
              <a:rPr lang="en-US" dirty="0">
                <a:ea typeface="+mn-lt"/>
                <a:cs typeface="+mn-lt"/>
              </a:rPr>
              <a:t>In today's data-centric world, ensuring the trustworthiness of machine learning (ML) models is crucial for their widespread adoption and effective deployment. Trustworthy ML models are those that are reliable, transparent, fair, and robust. These attributes help build user confidence and ensure that the models perform as intended without unintended biases or vulnerabilities.</a:t>
            </a:r>
            <a:endParaRPr lang="en-US" dirty="0"/>
          </a:p>
          <a:p>
            <a:pPr marL="0" indent="0" algn="ctr">
              <a:buNone/>
            </a:pPr>
            <a:endParaRPr lang="en-US" dirty="0">
              <a:ea typeface="+mn-lt"/>
              <a:cs typeface="+mn-lt"/>
            </a:endParaRPr>
          </a:p>
          <a:p>
            <a:pPr>
              <a:buNone/>
            </a:pPr>
            <a:r>
              <a:rPr lang="en-US" dirty="0">
                <a:ea typeface="+mn-lt"/>
                <a:cs typeface="+mn-lt"/>
              </a:rPr>
              <a:t>Key Attributes of Trustworthy ML Models:</a:t>
            </a:r>
            <a:endParaRPr lang="en-US" dirty="0"/>
          </a:p>
          <a:p>
            <a:pPr marL="0" indent="0">
              <a:buNone/>
            </a:pPr>
            <a:r>
              <a:rPr lang="en-US" dirty="0">
                <a:ea typeface="+mn-lt"/>
                <a:cs typeface="+mn-lt"/>
              </a:rPr>
              <a:t>• Fairness •Accountability •Transparency •Robustness</a:t>
            </a:r>
          </a:p>
          <a:p>
            <a:pPr marL="0" indent="0">
              <a:buNone/>
            </a:pPr>
            <a:endParaRPr lang="en-US" dirty="0">
              <a:ea typeface="+mn-lt"/>
              <a:cs typeface="+mn-lt"/>
            </a:endParaRPr>
          </a:p>
          <a:p>
            <a:pPr marL="0" indent="0">
              <a:buNone/>
            </a:pPr>
            <a:r>
              <a:rPr lang="en-US" dirty="0">
                <a:ea typeface="+mn-lt"/>
                <a:cs typeface="+mn-lt"/>
              </a:rPr>
              <a:t>By focusing on these key attributes, developers can create ML models that are not only effective but also ethically sound and legally compliant, fostering greater user trust and confidence in their applications.</a:t>
            </a:r>
            <a:endParaRPr lang="en-US" dirty="0"/>
          </a:p>
          <a:p>
            <a:pPr marL="0" indent="0">
              <a:buNone/>
            </a:pPr>
            <a:endParaRPr lang="en-US" dirty="0">
              <a:cs typeface="Arial"/>
            </a:endParaRPr>
          </a:p>
          <a:p>
            <a:pPr algn="ctr">
              <a:buNone/>
            </a:pPr>
            <a:r>
              <a:rPr lang="en-US" dirty="0">
                <a:solidFill>
                  <a:srgbClr val="FF0000"/>
                </a:solidFill>
                <a:cs typeface="Arial"/>
                <a:hlinkClick r:id="rId2">
                  <a:extLst>
                    <a:ext uri="{A12FA001-AC4F-418D-AE19-62706E023703}">
                      <ahyp:hlinkClr xmlns:ahyp="http://schemas.microsoft.com/office/drawing/2018/hyperlinkcolor" val="tx"/>
                    </a:ext>
                  </a:extLst>
                </a:hlinkClick>
              </a:rPr>
              <a:t>1) https://research.ibm.com/topics/fairness-accountability-transparency</a:t>
            </a:r>
          </a:p>
          <a:p>
            <a:pPr marL="0" indent="0" algn="ctr">
              <a:buNone/>
            </a:pPr>
            <a:endParaRPr lang="en-US" dirty="0">
              <a:solidFill>
                <a:srgbClr val="FF0000"/>
              </a:solidFill>
              <a:cs typeface="Arial"/>
            </a:endParaRPr>
          </a:p>
          <a:p>
            <a:pPr marL="0" indent="0" algn="ctr">
              <a:buNone/>
            </a:pPr>
            <a:endParaRPr lang="en-US">
              <a:cs typeface="Arial"/>
            </a:endParaRPr>
          </a:p>
          <a:p>
            <a:pPr marL="0" indent="0">
              <a:buNone/>
            </a:pPr>
            <a:endParaRPr lang="en-US">
              <a:cs typeface="Arial"/>
            </a:endParaRPr>
          </a:p>
          <a:p>
            <a:pPr marL="0" indent="0">
              <a:buNone/>
            </a:pPr>
            <a:endParaRPr lang="en-US">
              <a:cs typeface="Arial"/>
            </a:endParaRPr>
          </a:p>
          <a:p>
            <a:endParaRPr lang="en-US">
              <a:cs typeface="Arial"/>
            </a:endParaRPr>
          </a:p>
        </p:txBody>
      </p:sp>
    </p:spTree>
    <p:extLst>
      <p:ext uri="{BB962C8B-B14F-4D97-AF65-F5344CB8AC3E}">
        <p14:creationId xmlns:p14="http://schemas.microsoft.com/office/powerpoint/2010/main" val="3317855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DA1D5-690B-C203-A5EB-FE65ADB937C4}"/>
              </a:ext>
            </a:extLst>
          </p:cNvPr>
          <p:cNvSpPr>
            <a:spLocks noGrp="1"/>
          </p:cNvSpPr>
          <p:nvPr>
            <p:ph type="title"/>
          </p:nvPr>
        </p:nvSpPr>
        <p:spPr/>
        <p:txBody>
          <a:bodyPr/>
          <a:lstStyle/>
          <a:p>
            <a:pPr algn="ctr"/>
            <a:r>
              <a:rPr lang="en-US"/>
              <a:t>Introduction</a:t>
            </a:r>
            <a:endParaRPr lang="en-US" dirty="0"/>
          </a:p>
        </p:txBody>
      </p:sp>
      <p:sp>
        <p:nvSpPr>
          <p:cNvPr id="3" name="Content Placeholder 2">
            <a:extLst>
              <a:ext uri="{FF2B5EF4-FFF2-40B4-BE49-F238E27FC236}">
                <a16:creationId xmlns:a16="http://schemas.microsoft.com/office/drawing/2014/main" id="{077A201A-41CA-15D5-6467-B31ABF7E265D}"/>
              </a:ext>
            </a:extLst>
          </p:cNvPr>
          <p:cNvSpPr>
            <a:spLocks noGrp="1"/>
          </p:cNvSpPr>
          <p:nvPr>
            <p:ph idx="1"/>
          </p:nvPr>
        </p:nvSpPr>
        <p:spPr/>
        <p:txBody>
          <a:bodyPr vert="horz" lIns="91440" tIns="45720" rIns="91440" bIns="45720" rtlCol="0" anchor="t">
            <a:normAutofit fontScale="92500"/>
          </a:bodyPr>
          <a:lstStyle/>
          <a:p>
            <a:pPr marL="0" indent="0">
              <a:buNone/>
            </a:pPr>
            <a:r>
              <a:rPr lang="en-US" dirty="0">
                <a:ea typeface="+mn-lt"/>
                <a:cs typeface="+mn-lt"/>
              </a:rPr>
              <a:t> </a:t>
            </a:r>
            <a:r>
              <a:rPr lang="en-US" b="1" dirty="0">
                <a:solidFill>
                  <a:srgbClr val="000C66"/>
                </a:solidFill>
                <a:ea typeface="+mn-lt"/>
                <a:cs typeface="+mn-lt"/>
              </a:rPr>
              <a:t>Threats to Trustworthiness: Network Attacks</a:t>
            </a:r>
          </a:p>
          <a:p>
            <a:pPr marL="0" indent="0">
              <a:buNone/>
            </a:pPr>
            <a:r>
              <a:rPr lang="en-US" dirty="0">
                <a:ea typeface="+mn-lt"/>
                <a:cs typeface="+mn-lt"/>
              </a:rPr>
              <a:t>As machine learning models become more integral to various applications, their susceptibility to network attacks poses significant risks. These attacks can undermine the reliability, integrity, and trustworthiness of ML systems. Understanding these threats is crucial for developing robust defenses. There are two </a:t>
            </a:r>
            <a:r>
              <a:rPr lang="en-US">
                <a:ea typeface="+mn-lt"/>
                <a:cs typeface="+mn-lt"/>
              </a:rPr>
              <a:t>main types of attacks:</a:t>
            </a:r>
            <a:endParaRPr lang="en-US" dirty="0"/>
          </a:p>
          <a:p>
            <a:pPr marL="457200" indent="-457200"/>
            <a:r>
              <a:rPr lang="en-US" dirty="0"/>
              <a:t> </a:t>
            </a:r>
            <a:r>
              <a:rPr lang="en-US" dirty="0">
                <a:ea typeface="+mn-lt"/>
                <a:cs typeface="+mn-lt"/>
              </a:rPr>
              <a:t>Active : Active attacks involve the attacker actively altering the data or the model's environment to achieve a specific malicious outcome.</a:t>
            </a:r>
            <a:endParaRPr lang="en-US" dirty="0"/>
          </a:p>
          <a:p>
            <a:pPr marL="457200" indent="-457200"/>
            <a:r>
              <a:rPr lang="en-US" dirty="0"/>
              <a:t>Passive: </a:t>
            </a:r>
            <a:r>
              <a:rPr lang="en-US" dirty="0">
                <a:ea typeface="+mn-lt"/>
                <a:cs typeface="+mn-lt"/>
              </a:rPr>
              <a:t>Passive attacks involve the attacker monitoring or extracting information from the system without altering its state or data.</a:t>
            </a:r>
            <a:endParaRPr lang="en-US" dirty="0"/>
          </a:p>
          <a:p>
            <a:pPr marL="457200" indent="-457200"/>
            <a:endParaRPr lang="en-US" dirty="0"/>
          </a:p>
          <a:p>
            <a:pPr marL="457200" indent="-457200"/>
            <a:endParaRPr lang="en-US" dirty="0"/>
          </a:p>
          <a:p>
            <a:pPr marL="0" indent="0">
              <a:buNone/>
            </a:pPr>
            <a:endParaRPr lang="en-US" b="1" dirty="0"/>
          </a:p>
        </p:txBody>
      </p:sp>
    </p:spTree>
    <p:extLst>
      <p:ext uri="{BB962C8B-B14F-4D97-AF65-F5344CB8AC3E}">
        <p14:creationId xmlns:p14="http://schemas.microsoft.com/office/powerpoint/2010/main" val="1417123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2F56-E1E0-FDB2-D964-39718FB21B76}"/>
              </a:ext>
            </a:extLst>
          </p:cNvPr>
          <p:cNvSpPr>
            <a:spLocks noGrp="1"/>
          </p:cNvSpPr>
          <p:nvPr>
            <p:ph type="title"/>
          </p:nvPr>
        </p:nvSpPr>
        <p:spPr>
          <a:xfrm>
            <a:off x="3978875" y="4721"/>
            <a:ext cx="4749115" cy="790104"/>
          </a:xfrm>
        </p:spPr>
        <p:txBody>
          <a:bodyPr>
            <a:normAutofit/>
          </a:bodyPr>
          <a:lstStyle/>
          <a:p>
            <a:r>
              <a:rPr lang="en-US" sz="2400" i="1" dirty="0"/>
              <a:t>Figure 1.1 Network attacks report</a:t>
            </a:r>
          </a:p>
        </p:txBody>
      </p:sp>
      <p:pic>
        <p:nvPicPr>
          <p:cNvPr id="7" name="Content Placeholder 6" descr="A graph of data breaches">
            <a:extLst>
              <a:ext uri="{FF2B5EF4-FFF2-40B4-BE49-F238E27FC236}">
                <a16:creationId xmlns:a16="http://schemas.microsoft.com/office/drawing/2014/main" id="{C13E7D5B-4FFA-B978-CD52-8A5D192DB02F}"/>
              </a:ext>
            </a:extLst>
          </p:cNvPr>
          <p:cNvPicPr>
            <a:picLocks noGrp="1" noChangeAspect="1"/>
          </p:cNvPicPr>
          <p:nvPr>
            <p:ph idx="1"/>
          </p:nvPr>
        </p:nvPicPr>
        <p:blipFill>
          <a:blip r:embed="rId2"/>
          <a:stretch>
            <a:fillRect/>
          </a:stretch>
        </p:blipFill>
        <p:spPr>
          <a:xfrm>
            <a:off x="1009136" y="803366"/>
            <a:ext cx="10276701" cy="5448504"/>
          </a:xfrm>
        </p:spPr>
      </p:pic>
      <p:sp>
        <p:nvSpPr>
          <p:cNvPr id="15" name="TextBox 14">
            <a:extLst>
              <a:ext uri="{FF2B5EF4-FFF2-40B4-BE49-F238E27FC236}">
                <a16:creationId xmlns:a16="http://schemas.microsoft.com/office/drawing/2014/main" id="{51B7E94A-91EF-6126-655F-A07B6B0C6EA5}"/>
              </a:ext>
            </a:extLst>
          </p:cNvPr>
          <p:cNvSpPr txBox="1"/>
          <p:nvPr/>
        </p:nvSpPr>
        <p:spPr>
          <a:xfrm>
            <a:off x="1025603" y="6450786"/>
            <a:ext cx="96710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https://usa.kaspersky.com/blog/biggest-ransomware-attacks-2023</a:t>
            </a:r>
            <a:endParaRPr lang="en-US" dirty="0"/>
          </a:p>
        </p:txBody>
      </p:sp>
    </p:spTree>
    <p:extLst>
      <p:ext uri="{BB962C8B-B14F-4D97-AF65-F5344CB8AC3E}">
        <p14:creationId xmlns:p14="http://schemas.microsoft.com/office/powerpoint/2010/main" val="4081799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3CBA5-B41D-4EBD-5E33-7D07152AD449}"/>
              </a:ext>
            </a:extLst>
          </p:cNvPr>
          <p:cNvSpPr>
            <a:spLocks noGrp="1"/>
          </p:cNvSpPr>
          <p:nvPr>
            <p:ph type="title"/>
          </p:nvPr>
        </p:nvSpPr>
        <p:spPr/>
        <p:txBody>
          <a:bodyPr/>
          <a:lstStyle/>
          <a:p>
            <a:r>
              <a:rPr lang="en-US" dirty="0">
                <a:ea typeface="+mj-lt"/>
                <a:cs typeface="+mj-lt"/>
              </a:rPr>
              <a:t>Downloading Network Binaries </a:t>
            </a:r>
            <a:endParaRPr lang="en-US" dirty="0"/>
          </a:p>
        </p:txBody>
      </p:sp>
      <p:sp>
        <p:nvSpPr>
          <p:cNvPr id="3" name="Content Placeholder 2">
            <a:extLst>
              <a:ext uri="{FF2B5EF4-FFF2-40B4-BE49-F238E27FC236}">
                <a16:creationId xmlns:a16="http://schemas.microsoft.com/office/drawing/2014/main" id="{23F9FCC5-7831-D4A9-359B-18CB6DCB4F2D}"/>
              </a:ext>
            </a:extLst>
          </p:cNvPr>
          <p:cNvSpPr>
            <a:spLocks noGrp="1"/>
          </p:cNvSpPr>
          <p:nvPr>
            <p:ph idx="1"/>
          </p:nvPr>
        </p:nvSpPr>
        <p:spPr>
          <a:xfrm>
            <a:off x="838200" y="1825625"/>
            <a:ext cx="10796953" cy="4351338"/>
          </a:xfrm>
        </p:spPr>
        <p:txBody>
          <a:bodyPr vert="horz" lIns="91440" tIns="45720" rIns="91440" bIns="45720" rtlCol="0" anchor="t">
            <a:normAutofit fontScale="85000" lnSpcReduction="20000"/>
          </a:bodyPr>
          <a:lstStyle/>
          <a:p>
            <a:pPr marL="0" indent="0">
              <a:buNone/>
            </a:pPr>
            <a:r>
              <a:rPr lang="en-US" dirty="0">
                <a:ea typeface="+mn-lt"/>
                <a:cs typeface="+mn-lt"/>
              </a:rPr>
              <a:t>•</a:t>
            </a:r>
            <a:r>
              <a:rPr lang="en-US" sz="2000" dirty="0">
                <a:ea typeface="+mn-lt"/>
                <a:cs typeface="+mn-lt"/>
              </a:rPr>
              <a:t> </a:t>
            </a:r>
            <a:r>
              <a:rPr lang="en-US" sz="2000" b="1" dirty="0">
                <a:ea typeface="+mn-lt"/>
                <a:cs typeface="+mn-lt"/>
              </a:rPr>
              <a:t>Network Binaries</a:t>
            </a:r>
            <a:endParaRPr lang="en-US" sz="2000" b="1"/>
          </a:p>
          <a:p>
            <a:pPr>
              <a:buFont typeface="Wingdings" panose="020B0604020202020204" pitchFamily="34" charset="0"/>
              <a:buChar char="ü"/>
            </a:pPr>
            <a:r>
              <a:rPr lang="en-US" sz="2000" dirty="0">
                <a:ea typeface="+mn-lt"/>
                <a:cs typeface="+mn-lt"/>
              </a:rPr>
              <a:t>Network binaries are executable files that are used in network communication.</a:t>
            </a:r>
            <a:endParaRPr lang="en-US" sz="2000" dirty="0"/>
          </a:p>
          <a:p>
            <a:pPr>
              <a:buFont typeface="Wingdings" panose="020B0604020202020204" pitchFamily="34" charset="0"/>
              <a:buChar char="ü"/>
            </a:pPr>
            <a:r>
              <a:rPr lang="en-US" sz="2000" dirty="0">
                <a:ea typeface="+mn-lt"/>
                <a:cs typeface="+mn-lt"/>
              </a:rPr>
              <a:t>They include software, firmware, and other executable codes that can be analyzed for security purposes.</a:t>
            </a:r>
            <a:endParaRPr lang="en-US" sz="2000" dirty="0"/>
          </a:p>
          <a:p>
            <a:pPr>
              <a:buFont typeface="Wingdings" panose="020B0604020202020204" pitchFamily="34" charset="0"/>
              <a:buChar char="ü"/>
            </a:pPr>
            <a:endParaRPr lang="en-US" sz="2000">
              <a:ea typeface="+mn-lt"/>
              <a:cs typeface="+mn-lt"/>
            </a:endParaRPr>
          </a:p>
          <a:p>
            <a:pPr marL="0" indent="0">
              <a:buNone/>
            </a:pPr>
            <a:endParaRPr lang="en-US" sz="2000">
              <a:ea typeface="+mn-lt"/>
              <a:cs typeface="+mn-lt"/>
            </a:endParaRPr>
          </a:p>
          <a:p>
            <a:pPr marL="0" indent="0">
              <a:buNone/>
            </a:pPr>
            <a:r>
              <a:rPr lang="en-US" sz="2000" dirty="0">
                <a:ea typeface="+mn-lt"/>
                <a:cs typeface="+mn-lt"/>
              </a:rPr>
              <a:t>• </a:t>
            </a:r>
            <a:r>
              <a:rPr lang="en-US" sz="2000" b="1" dirty="0">
                <a:ea typeface="+mn-lt"/>
                <a:cs typeface="+mn-lt"/>
              </a:rPr>
              <a:t>Sources</a:t>
            </a:r>
            <a:endParaRPr lang="en-US" sz="2000" b="1"/>
          </a:p>
          <a:p>
            <a:pPr>
              <a:buFont typeface="Wingdings" panose="020B0604020202020204" pitchFamily="34" charset="0"/>
              <a:buChar char="ü"/>
            </a:pPr>
            <a:r>
              <a:rPr lang="en-US" sz="2000" dirty="0"/>
              <a:t> </a:t>
            </a:r>
            <a:r>
              <a:rPr lang="en-US" sz="2000" dirty="0">
                <a:ea typeface="+mn-lt"/>
                <a:cs typeface="+mn-lt"/>
              </a:rPr>
              <a:t>Network binaries can be obtained from official software repositories, firmware updates, or collected from network traffic.</a:t>
            </a:r>
          </a:p>
          <a:p>
            <a:pPr>
              <a:buFont typeface="Wingdings" panose="020B0604020202020204" pitchFamily="34" charset="0"/>
              <a:buChar char="ü"/>
            </a:pPr>
            <a:r>
              <a:rPr lang="en-US" sz="2000" dirty="0">
                <a:ea typeface="+mn-lt"/>
                <a:cs typeface="+mn-lt"/>
              </a:rPr>
              <a:t>Ensure binaries are from reputable sources to avoid tampered or malicious files.</a:t>
            </a:r>
            <a:endParaRPr lang="en-US" sz="2000" dirty="0"/>
          </a:p>
          <a:p>
            <a:pPr marL="0" indent="0">
              <a:buNone/>
            </a:pPr>
            <a:endParaRPr lang="en-US" sz="2000">
              <a:ea typeface="+mn-lt"/>
              <a:cs typeface="+mn-lt"/>
            </a:endParaRPr>
          </a:p>
          <a:p>
            <a:pPr marL="0" indent="0">
              <a:buFont typeface="Wingdings" panose="020B0604020202020204" pitchFamily="34" charset="0"/>
              <a:buNone/>
            </a:pPr>
            <a:endParaRPr lang="en-US" sz="2000">
              <a:ea typeface="+mn-lt"/>
              <a:cs typeface="+mn-lt"/>
            </a:endParaRPr>
          </a:p>
          <a:p>
            <a:pPr marL="0" indent="0">
              <a:buNone/>
            </a:pPr>
            <a:r>
              <a:rPr lang="en-US" sz="2000" dirty="0">
                <a:ea typeface="+mn-lt"/>
                <a:cs typeface="+mn-lt"/>
              </a:rPr>
              <a:t>•</a:t>
            </a:r>
            <a:r>
              <a:rPr lang="en-US" sz="2000" b="1" dirty="0">
                <a:ea typeface="+mn-lt"/>
                <a:cs typeface="+mn-lt"/>
              </a:rPr>
              <a:t> Tools and Methods :</a:t>
            </a:r>
            <a:endParaRPr lang="en-US" b="1"/>
          </a:p>
          <a:p>
            <a:pPr marL="457200" indent="-457200">
              <a:buFont typeface="Wingdings" panose="020B0604020202020204" pitchFamily="34" charset="0"/>
              <a:buChar char="ü"/>
            </a:pPr>
            <a:r>
              <a:rPr lang="en-US" sz="2000" dirty="0">
                <a:ea typeface="+mn-lt"/>
                <a:cs typeface="+mn-lt"/>
              </a:rPr>
              <a:t>Use hash checks (e.g., SHA256) to verify the integrity of the binaries.</a:t>
            </a:r>
            <a:endParaRPr lang="en-US" sz="2000"/>
          </a:p>
          <a:p>
            <a:pPr marL="457200" indent="-457200">
              <a:buFont typeface="Wingdings" panose="020B0604020202020204" pitchFamily="34" charset="0"/>
              <a:buChar char="ü"/>
            </a:pPr>
            <a:r>
              <a:rPr lang="en-US" sz="2000" dirty="0">
                <a:ea typeface="+mn-lt"/>
                <a:cs typeface="+mn-lt"/>
              </a:rPr>
              <a:t>Employ download managers to ensure successful and complete downloads.</a:t>
            </a:r>
            <a:endParaRPr lang="en-US" sz="2000" dirty="0"/>
          </a:p>
          <a:p>
            <a:pPr marL="0" indent="0">
              <a:buNone/>
            </a:pPr>
            <a:endParaRPr lang="en-US" sz="2000"/>
          </a:p>
          <a:p>
            <a:pPr>
              <a:buFont typeface="Wingdings" panose="020B0604020202020204" pitchFamily="34" charset="0"/>
              <a:buChar char="ü"/>
            </a:pPr>
            <a:endParaRPr lang="en-US"/>
          </a:p>
          <a:p>
            <a:pPr marL="0" indent="0">
              <a:buNone/>
            </a:pPr>
            <a:endParaRPr lang="en-US"/>
          </a:p>
          <a:p>
            <a:pPr>
              <a:buFont typeface="Wingdings" panose="020B0604020202020204" pitchFamily="34" charset="0"/>
              <a:buChar char="ü"/>
            </a:pPr>
            <a:endParaRPr lang="en-US"/>
          </a:p>
          <a:p>
            <a:pPr marL="0" indent="0">
              <a:buNone/>
            </a:pPr>
            <a:endParaRPr lang="en-US"/>
          </a:p>
          <a:p>
            <a:pPr>
              <a:buFont typeface="Wingdings" panose="020B0604020202020204" pitchFamily="34" charset="0"/>
              <a:buChar char="ü"/>
            </a:pPr>
            <a:endParaRPr lang="en-US"/>
          </a:p>
          <a:p>
            <a:pPr marL="0" indent="0">
              <a:buNone/>
            </a:pPr>
            <a:endParaRPr lang="en-US"/>
          </a:p>
          <a:p>
            <a:pPr>
              <a:buFont typeface="Wingdings" panose="020B0604020202020204" pitchFamily="34" charset="0"/>
              <a:buChar char="ü"/>
            </a:pPr>
            <a:endParaRPr lang="en-US"/>
          </a:p>
        </p:txBody>
      </p:sp>
    </p:spTree>
    <p:extLst>
      <p:ext uri="{BB962C8B-B14F-4D97-AF65-F5344CB8AC3E}">
        <p14:creationId xmlns:p14="http://schemas.microsoft.com/office/powerpoint/2010/main" val="899098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72925-0EAA-C5DD-40E9-787D231E37A4}"/>
              </a:ext>
            </a:extLst>
          </p:cNvPr>
          <p:cNvSpPr>
            <a:spLocks noGrp="1"/>
          </p:cNvSpPr>
          <p:nvPr>
            <p:ph type="title"/>
          </p:nvPr>
        </p:nvSpPr>
        <p:spPr>
          <a:xfrm>
            <a:off x="838200" y="13434"/>
            <a:ext cx="10515600" cy="1149716"/>
          </a:xfrm>
        </p:spPr>
        <p:txBody>
          <a:bodyPr/>
          <a:lstStyle/>
          <a:p>
            <a:pPr algn="ctr"/>
            <a:r>
              <a:rPr lang="en-US" dirty="0"/>
              <a:t>Cuckoo Sandbox</a:t>
            </a:r>
          </a:p>
        </p:txBody>
      </p:sp>
      <p:pic>
        <p:nvPicPr>
          <p:cNvPr id="4" name="Content Placeholder 3" descr="A white bird on a black background&#10;&#10;Description automatically generated">
            <a:extLst>
              <a:ext uri="{FF2B5EF4-FFF2-40B4-BE49-F238E27FC236}">
                <a16:creationId xmlns:a16="http://schemas.microsoft.com/office/drawing/2014/main" id="{5B729442-25A6-CBE8-076A-50391CC39F23}"/>
              </a:ext>
            </a:extLst>
          </p:cNvPr>
          <p:cNvPicPr>
            <a:picLocks noGrp="1" noChangeAspect="1"/>
          </p:cNvPicPr>
          <p:nvPr>
            <p:ph idx="1"/>
          </p:nvPr>
        </p:nvPicPr>
        <p:blipFill>
          <a:blip r:embed="rId2"/>
          <a:stretch>
            <a:fillRect/>
          </a:stretch>
        </p:blipFill>
        <p:spPr>
          <a:xfrm>
            <a:off x="1078524" y="1091041"/>
            <a:ext cx="9730152" cy="4331677"/>
          </a:xfrm>
        </p:spPr>
      </p:pic>
      <p:sp>
        <p:nvSpPr>
          <p:cNvPr id="5" name="TextBox 4">
            <a:extLst>
              <a:ext uri="{FF2B5EF4-FFF2-40B4-BE49-F238E27FC236}">
                <a16:creationId xmlns:a16="http://schemas.microsoft.com/office/drawing/2014/main" id="{2E4CE268-19B4-C0F5-3264-EBCEC9C36CA7}"/>
              </a:ext>
            </a:extLst>
          </p:cNvPr>
          <p:cNvSpPr txBox="1"/>
          <p:nvPr/>
        </p:nvSpPr>
        <p:spPr>
          <a:xfrm>
            <a:off x="1936340" y="6128246"/>
            <a:ext cx="921972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ea typeface="+mn-lt"/>
                <a:cs typeface="+mn-lt"/>
              </a:rPr>
              <a:t>Cuckoo Sandbox is a widely-used open-source automated malware analysis system. It allows for the execution of files and analysis of their behavior in an isolated environment.</a:t>
            </a:r>
            <a:endParaRPr lang="en-US" i="1" dirty="0"/>
          </a:p>
        </p:txBody>
      </p:sp>
      <p:sp>
        <p:nvSpPr>
          <p:cNvPr id="6" name="TextBox 5">
            <a:extLst>
              <a:ext uri="{FF2B5EF4-FFF2-40B4-BE49-F238E27FC236}">
                <a16:creationId xmlns:a16="http://schemas.microsoft.com/office/drawing/2014/main" id="{4EB556B8-659A-E52D-9939-AC72A495EA75}"/>
              </a:ext>
            </a:extLst>
          </p:cNvPr>
          <p:cNvSpPr txBox="1"/>
          <p:nvPr/>
        </p:nvSpPr>
        <p:spPr>
          <a:xfrm>
            <a:off x="6101863" y="5600483"/>
            <a:ext cx="31692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t>Figure 1.2 Cuckoo Sandbox</a:t>
            </a:r>
          </a:p>
        </p:txBody>
      </p:sp>
    </p:spTree>
    <p:extLst>
      <p:ext uri="{BB962C8B-B14F-4D97-AF65-F5344CB8AC3E}">
        <p14:creationId xmlns:p14="http://schemas.microsoft.com/office/powerpoint/2010/main" val="1692791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C1C69-5CE6-BF1D-BEEE-B622316F470E}"/>
              </a:ext>
            </a:extLst>
          </p:cNvPr>
          <p:cNvSpPr>
            <a:spLocks noGrp="1"/>
          </p:cNvSpPr>
          <p:nvPr>
            <p:ph type="title"/>
          </p:nvPr>
        </p:nvSpPr>
        <p:spPr>
          <a:xfrm>
            <a:off x="838200" y="1710"/>
            <a:ext cx="10515600" cy="1325563"/>
          </a:xfrm>
        </p:spPr>
        <p:txBody>
          <a:bodyPr/>
          <a:lstStyle/>
          <a:p>
            <a:pPr algn="ctr"/>
            <a:r>
              <a:rPr lang="en-US" dirty="0"/>
              <a:t>Installing Cuckoo Sandbox</a:t>
            </a:r>
          </a:p>
        </p:txBody>
      </p:sp>
      <p:sp>
        <p:nvSpPr>
          <p:cNvPr id="3" name="Content Placeholder 2">
            <a:extLst>
              <a:ext uri="{FF2B5EF4-FFF2-40B4-BE49-F238E27FC236}">
                <a16:creationId xmlns:a16="http://schemas.microsoft.com/office/drawing/2014/main" id="{F4CE4B3B-FEDD-8EBC-0626-44BEC94C8015}"/>
              </a:ext>
            </a:extLst>
          </p:cNvPr>
          <p:cNvSpPr>
            <a:spLocks noGrp="1"/>
          </p:cNvSpPr>
          <p:nvPr>
            <p:ph idx="1"/>
          </p:nvPr>
        </p:nvSpPr>
        <p:spPr>
          <a:xfrm>
            <a:off x="838200" y="1684948"/>
            <a:ext cx="10515600" cy="5177815"/>
          </a:xfrm>
        </p:spPr>
        <p:txBody>
          <a:bodyPr vert="horz" lIns="91440" tIns="45720" rIns="91440" bIns="45720" rtlCol="0" anchor="t">
            <a:normAutofit fontScale="55000" lnSpcReduction="20000"/>
          </a:bodyPr>
          <a:lstStyle/>
          <a:p>
            <a:pPr marL="0" indent="0">
              <a:buNone/>
            </a:pPr>
            <a:r>
              <a:rPr lang="en-US" b="1" u="sng" dirty="0">
                <a:ea typeface="+mn-lt"/>
                <a:cs typeface="+mn-lt"/>
              </a:rPr>
              <a:t>Install Required Dependencies:</a:t>
            </a:r>
            <a:endParaRPr lang="en-US" b="1" u="sng" dirty="0"/>
          </a:p>
          <a:p>
            <a:pPr marL="457200" indent="-457200">
              <a:buFont typeface="Wingdings" panose="020B0604020202020204" pitchFamily="34" charset="0"/>
              <a:buChar char="ü"/>
            </a:pPr>
            <a:r>
              <a:rPr lang="en-US" dirty="0">
                <a:ea typeface="+mn-lt"/>
                <a:cs typeface="+mn-lt"/>
              </a:rPr>
              <a:t>Python and development tools</a:t>
            </a:r>
            <a:endParaRPr lang="en-US" dirty="0"/>
          </a:p>
          <a:p>
            <a:pPr marL="457200" indent="-457200">
              <a:buFont typeface="Wingdings" panose="020B0604020202020204" pitchFamily="34" charset="0"/>
              <a:buChar char="ü"/>
            </a:pPr>
            <a:r>
              <a:rPr lang="en-US" dirty="0">
                <a:ea typeface="+mn-lt"/>
                <a:cs typeface="+mn-lt"/>
              </a:rPr>
              <a:t>Database systems like MongoDB and PostgreSQL</a:t>
            </a:r>
            <a:endParaRPr lang="en-US" dirty="0"/>
          </a:p>
          <a:p>
            <a:pPr marL="457200" indent="-457200">
              <a:buFont typeface="Wingdings" panose="020B0604020202020204" pitchFamily="34" charset="0"/>
              <a:buChar char="ü"/>
            </a:pPr>
            <a:r>
              <a:rPr lang="en-US" dirty="0">
                <a:ea typeface="+mn-lt"/>
                <a:cs typeface="+mn-lt"/>
              </a:rPr>
              <a:t>Networking tools and virtualization software</a:t>
            </a:r>
            <a:endParaRPr lang="en-US" dirty="0"/>
          </a:p>
          <a:p>
            <a:pPr marL="0" indent="0">
              <a:buNone/>
            </a:pPr>
            <a:endParaRPr lang="en-US" b="1" u="sng" dirty="0">
              <a:ea typeface="+mn-lt"/>
              <a:cs typeface="+mn-lt"/>
            </a:endParaRPr>
          </a:p>
          <a:p>
            <a:pPr marL="0" indent="0">
              <a:buNone/>
            </a:pPr>
            <a:r>
              <a:rPr lang="en-US" b="1" u="sng" dirty="0">
                <a:ea typeface="+mn-lt"/>
                <a:cs typeface="+mn-lt"/>
              </a:rPr>
              <a:t>Installing Cuckoo Sandbox:</a:t>
            </a:r>
            <a:endParaRPr lang="en-US" b="1" dirty="0"/>
          </a:p>
          <a:p>
            <a:pPr marL="457200" indent="-457200">
              <a:buFont typeface="Wingdings" panose="020B0604020202020204" pitchFamily="34" charset="0"/>
              <a:buChar char="ü"/>
            </a:pPr>
            <a:r>
              <a:rPr lang="en-US" dirty="0">
                <a:ea typeface="+mn-lt"/>
                <a:cs typeface="+mn-lt"/>
              </a:rPr>
              <a:t>Download the latest version of Cuckoo from its official GitHub repository.</a:t>
            </a:r>
          </a:p>
          <a:p>
            <a:pPr marL="457200" indent="-457200">
              <a:buFont typeface="Wingdings" panose="020B0604020202020204" pitchFamily="34" charset="0"/>
              <a:buChar char="ü"/>
            </a:pPr>
            <a:r>
              <a:rPr lang="en-US" dirty="0">
                <a:ea typeface="+mn-lt"/>
                <a:cs typeface="+mn-lt"/>
              </a:rPr>
              <a:t>Use pip to install all necessary Python packages listed in the requirements file.</a:t>
            </a:r>
          </a:p>
          <a:p>
            <a:pPr marL="457200" indent="-457200">
              <a:buFont typeface="Wingdings" panose="020B0604020202020204" pitchFamily="34" charset="0"/>
              <a:buChar char="ü"/>
            </a:pPr>
            <a:r>
              <a:rPr lang="en-US" dirty="0">
                <a:ea typeface="+mn-lt"/>
                <a:cs typeface="+mn-lt"/>
              </a:rPr>
              <a:t>Customize </a:t>
            </a:r>
            <a:r>
              <a:rPr lang="en-US" dirty="0" err="1">
                <a:ea typeface="+mn-lt"/>
                <a:cs typeface="+mn-lt"/>
              </a:rPr>
              <a:t>cuckoo.conf</a:t>
            </a:r>
            <a:r>
              <a:rPr lang="en-US" dirty="0">
                <a:ea typeface="+mn-lt"/>
                <a:cs typeface="+mn-lt"/>
              </a:rPr>
              <a:t> and other configuration files to match your environment setup.</a:t>
            </a:r>
          </a:p>
          <a:p>
            <a:pPr marL="457200" indent="-457200">
              <a:buFont typeface="Wingdings" panose="020B0604020202020204" pitchFamily="34" charset="0"/>
              <a:buChar char="ü"/>
            </a:pPr>
            <a:r>
              <a:rPr lang="en-US" dirty="0">
                <a:ea typeface="+mn-lt"/>
                <a:cs typeface="+mn-lt"/>
              </a:rPr>
              <a:t>Create and configure the PostgreSQL database for Cuckoo.</a:t>
            </a:r>
          </a:p>
          <a:p>
            <a:pPr marL="0" indent="0">
              <a:buNone/>
            </a:pPr>
            <a:endParaRPr lang="en-US" dirty="0">
              <a:ea typeface="+mn-lt"/>
              <a:cs typeface="+mn-lt"/>
            </a:endParaRPr>
          </a:p>
          <a:p>
            <a:pPr marL="0" indent="0">
              <a:buNone/>
            </a:pPr>
            <a:r>
              <a:rPr lang="en-US" b="1" dirty="0">
                <a:ea typeface="+mn-lt"/>
                <a:cs typeface="+mn-lt"/>
              </a:rPr>
              <a:t>Setup Virtual Machine:</a:t>
            </a:r>
          </a:p>
          <a:p>
            <a:pPr>
              <a:buFont typeface="Wingdings" panose="020B0604020202020204" pitchFamily="34" charset="0"/>
              <a:buChar char="ü"/>
            </a:pPr>
            <a:r>
              <a:rPr lang="en-US" b="1" dirty="0">
                <a:ea typeface="+mn-lt"/>
                <a:cs typeface="+mn-lt"/>
              </a:rPr>
              <a:t>  </a:t>
            </a:r>
            <a:r>
              <a:rPr lang="en-US" dirty="0">
                <a:ea typeface="+mn-lt"/>
                <a:cs typeface="+mn-lt"/>
              </a:rPr>
              <a:t>Install a Windows virtual machine using VirtualBox or QEMU.</a:t>
            </a:r>
            <a:endParaRPr lang="en-US" b="1" dirty="0">
              <a:ea typeface="+mn-lt"/>
              <a:cs typeface="+mn-lt"/>
            </a:endParaRPr>
          </a:p>
          <a:p>
            <a:pPr>
              <a:buFont typeface="Wingdings" panose="020B0604020202020204" pitchFamily="34" charset="0"/>
              <a:buChar char="ü"/>
            </a:pPr>
            <a:r>
              <a:rPr lang="en-US" dirty="0">
                <a:ea typeface="+mn-lt"/>
                <a:cs typeface="+mn-lt"/>
              </a:rPr>
              <a:t>Configure the VM with the Cuckoo agent for interaction with the sandbox.</a:t>
            </a:r>
          </a:p>
          <a:p>
            <a:pPr marL="0" indent="0">
              <a:buNone/>
            </a:pPr>
            <a:r>
              <a:rPr lang="en-US" dirty="0">
                <a:ea typeface="+mn-lt"/>
                <a:cs typeface="+mn-lt"/>
              </a:rPr>
              <a:t>                                                                                                                                                                            </a:t>
            </a:r>
            <a:endParaRPr lang="en-US">
              <a:ea typeface="+mn-lt"/>
              <a:cs typeface="+mn-lt"/>
            </a:endParaRPr>
          </a:p>
          <a:p>
            <a:pPr marL="0" indent="0">
              <a:buNone/>
            </a:pPr>
            <a:r>
              <a:rPr lang="en-US" dirty="0">
                <a:ea typeface="+mn-lt"/>
                <a:cs typeface="+mn-lt"/>
              </a:rPr>
              <a:t>                                                                                                                                                                                                                 </a:t>
            </a:r>
            <a:r>
              <a:rPr lang="en-US" dirty="0">
                <a:ea typeface="+mn-lt"/>
                <a:cs typeface="+mn-lt"/>
                <a:hlinkClick r:id="rId2"/>
              </a:rPr>
              <a:t>https://github.com/cuckoosandbox/cuckoo</a:t>
            </a:r>
            <a:endParaRPr lang="en-US"/>
          </a:p>
          <a:p>
            <a:pPr marL="0" indent="0">
              <a:buNone/>
            </a:pPr>
            <a:r>
              <a:rPr lang="en-US" dirty="0">
                <a:ea typeface="+mn-lt"/>
                <a:cs typeface="+mn-lt"/>
              </a:rPr>
              <a:t>                       </a:t>
            </a:r>
          </a:p>
          <a:p>
            <a:pPr>
              <a:buFont typeface="Wingdings" panose="020B0604020202020204" pitchFamily="34" charset="0"/>
              <a:buChar char="ü"/>
            </a:pPr>
            <a:endParaRPr lang="en-US" dirty="0">
              <a:ea typeface="+mn-lt"/>
              <a:cs typeface="+mn-lt"/>
            </a:endParaRPr>
          </a:p>
          <a:p>
            <a:pPr marL="0" indent="0">
              <a:buNone/>
            </a:pPr>
            <a:endParaRPr lang="en-US" dirty="0">
              <a:ea typeface="+mn-lt"/>
              <a:cs typeface="+mn-lt"/>
            </a:endParaRPr>
          </a:p>
          <a:p>
            <a:pPr marL="457200" indent="-457200">
              <a:buFont typeface="Wingdings" panose="020B0604020202020204" pitchFamily="34" charset="0"/>
              <a:buChar char="ü"/>
            </a:pPr>
            <a:endParaRPr lang="en-US" dirty="0">
              <a:ea typeface="+mn-lt"/>
              <a:cs typeface="+mn-lt"/>
            </a:endParaRPr>
          </a:p>
          <a:p>
            <a:pPr marL="457200" indent="-457200">
              <a:buFont typeface="Wingdings" panose="020B0604020202020204" pitchFamily="34" charset="0"/>
              <a:buChar char="ü"/>
            </a:pPr>
            <a:endParaRPr lang="en-US" dirty="0">
              <a:ea typeface="+mn-lt"/>
              <a:cs typeface="+mn-lt"/>
            </a:endParaRPr>
          </a:p>
          <a:p>
            <a:pPr marL="457200" indent="-457200">
              <a:buFont typeface="Wingdings" panose="020B0604020202020204" pitchFamily="34" charset="0"/>
              <a:buChar char="ü"/>
            </a:pPr>
            <a:endParaRPr lang="en-US" dirty="0">
              <a:ea typeface="+mn-lt"/>
              <a:cs typeface="+mn-lt"/>
            </a:endParaRPr>
          </a:p>
          <a:p>
            <a:pPr marL="457200" indent="-457200">
              <a:buFont typeface="Wingdings" panose="020B0604020202020204" pitchFamily="34" charset="0"/>
              <a:buChar char="ü"/>
            </a:pPr>
            <a:endParaRPr lang="en-US" dirty="0">
              <a:ea typeface="+mn-lt"/>
              <a:cs typeface="+mn-lt"/>
            </a:endParaRPr>
          </a:p>
        </p:txBody>
      </p:sp>
    </p:spTree>
    <p:extLst>
      <p:ext uri="{BB962C8B-B14F-4D97-AF65-F5344CB8AC3E}">
        <p14:creationId xmlns:p14="http://schemas.microsoft.com/office/powerpoint/2010/main" val="1626441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D65FA-04A0-9413-7253-1C61B8160ADA}"/>
              </a:ext>
            </a:extLst>
          </p:cNvPr>
          <p:cNvSpPr>
            <a:spLocks noGrp="1"/>
          </p:cNvSpPr>
          <p:nvPr>
            <p:ph type="title"/>
          </p:nvPr>
        </p:nvSpPr>
        <p:spPr>
          <a:xfrm>
            <a:off x="838200" y="-5577"/>
            <a:ext cx="10515600" cy="1253481"/>
          </a:xfrm>
        </p:spPr>
        <p:txBody>
          <a:bodyPr/>
          <a:lstStyle/>
          <a:p>
            <a:pPr algn="ctr"/>
            <a:r>
              <a:rPr lang="en-US">
                <a:ea typeface="+mj-lt"/>
                <a:cs typeface="+mj-lt"/>
              </a:rPr>
              <a:t>Running Cuckoo Sandbox</a:t>
            </a:r>
            <a:endParaRPr lang="en-US"/>
          </a:p>
        </p:txBody>
      </p:sp>
      <p:sp>
        <p:nvSpPr>
          <p:cNvPr id="3" name="Content Placeholder 2">
            <a:extLst>
              <a:ext uri="{FF2B5EF4-FFF2-40B4-BE49-F238E27FC236}">
                <a16:creationId xmlns:a16="http://schemas.microsoft.com/office/drawing/2014/main" id="{80023109-89DE-3004-23DA-57D770857E8B}"/>
              </a:ext>
            </a:extLst>
          </p:cNvPr>
          <p:cNvSpPr>
            <a:spLocks noGrp="1"/>
          </p:cNvSpPr>
          <p:nvPr>
            <p:ph idx="1"/>
          </p:nvPr>
        </p:nvSpPr>
        <p:spPr>
          <a:xfrm>
            <a:off x="735227" y="1248977"/>
            <a:ext cx="11061356" cy="5473743"/>
          </a:xfrm>
        </p:spPr>
        <p:txBody>
          <a:bodyPr vert="horz" lIns="91440" tIns="45720" rIns="91440" bIns="45720" rtlCol="0" anchor="t">
            <a:normAutofit fontScale="70000" lnSpcReduction="20000"/>
          </a:bodyPr>
          <a:lstStyle/>
          <a:p>
            <a:pPr marL="0" indent="0">
              <a:buNone/>
            </a:pPr>
            <a:r>
              <a:rPr lang="en-US" sz="1800" i="1" dirty="0">
                <a:ea typeface="+mn-lt"/>
                <a:cs typeface="+mn-lt"/>
              </a:rPr>
              <a:t>After installation, running Cuckoo Sandbox involves a few key steps to analyze malware and generate detailed reports.</a:t>
            </a:r>
            <a:endParaRPr lang="en-US" sz="1800"/>
          </a:p>
          <a:p>
            <a:pPr marL="0" indent="0">
              <a:buNone/>
            </a:pPr>
            <a:endParaRPr lang="en-US" sz="1800" i="1" dirty="0">
              <a:ea typeface="+mn-lt"/>
              <a:cs typeface="+mn-lt"/>
            </a:endParaRPr>
          </a:p>
          <a:p>
            <a:pPr marL="0" indent="0">
              <a:buNone/>
            </a:pPr>
            <a:r>
              <a:rPr lang="en-US" sz="2000" b="1" dirty="0">
                <a:ea typeface="+mn-lt"/>
                <a:cs typeface="+mn-lt"/>
              </a:rPr>
              <a:t>Starting Cuckoo Sandbox:</a:t>
            </a:r>
            <a:endParaRPr lang="en-US" b="1" dirty="0"/>
          </a:p>
          <a:p>
            <a:r>
              <a:rPr lang="en-US" sz="2000" dirty="0">
                <a:ea typeface="+mn-lt"/>
                <a:cs typeface="+mn-lt"/>
              </a:rPr>
              <a:t>Initialize Services: Ensure all necessary services are running. This includes Cuckoo itself and any related database and networking services.</a:t>
            </a:r>
            <a:endParaRPr lang="en-US" dirty="0"/>
          </a:p>
          <a:p>
            <a:r>
              <a:rPr lang="en-US" sz="2000" dirty="0">
                <a:ea typeface="+mn-lt"/>
                <a:cs typeface="+mn-lt"/>
              </a:rPr>
              <a:t>Submit Samples: Use the command line or web interface to submit files or URLs for analysis.</a:t>
            </a:r>
            <a:endParaRPr lang="en-US" dirty="0"/>
          </a:p>
          <a:p>
            <a:r>
              <a:rPr lang="en-US" sz="2000" dirty="0">
                <a:ea typeface="+mn-lt"/>
                <a:cs typeface="+mn-lt"/>
              </a:rPr>
              <a:t>Monitor Progress: Track the analysis process through logs or the web interface to ensure proper execution.</a:t>
            </a:r>
            <a:endParaRPr lang="en-US" dirty="0"/>
          </a:p>
          <a:p>
            <a:pPr marL="0" indent="0">
              <a:buNone/>
            </a:pPr>
            <a:endParaRPr lang="en-US" sz="2000" b="1" dirty="0"/>
          </a:p>
          <a:p>
            <a:pPr marL="0" indent="0">
              <a:buNone/>
            </a:pPr>
            <a:r>
              <a:rPr lang="en-US" sz="2000" b="1" dirty="0">
                <a:ea typeface="+mn-lt"/>
                <a:cs typeface="+mn-lt"/>
              </a:rPr>
              <a:t>Web Interface Usage:</a:t>
            </a:r>
            <a:endParaRPr lang="en-US" b="1" dirty="0">
              <a:ea typeface="+mn-lt"/>
              <a:cs typeface="+mn-lt"/>
            </a:endParaRPr>
          </a:p>
          <a:p>
            <a:r>
              <a:rPr lang="en-US" sz="2000" dirty="0">
                <a:ea typeface="+mn-lt"/>
                <a:cs typeface="+mn-lt"/>
              </a:rPr>
              <a:t>Accessing the Interface: Open a browser and navigate to </a:t>
            </a:r>
            <a:r>
              <a:rPr lang="en-US" sz="2000" dirty="0">
                <a:ea typeface="+mn-lt"/>
                <a:cs typeface="+mn-lt"/>
                <a:hlinkClick r:id="rId2"/>
              </a:rPr>
              <a:t>http://localhost:8000</a:t>
            </a:r>
            <a:r>
              <a:rPr lang="en-US" sz="2000" dirty="0">
                <a:ea typeface="+mn-lt"/>
                <a:cs typeface="+mn-lt"/>
              </a:rPr>
              <a:t>.</a:t>
            </a:r>
            <a:endParaRPr lang="en-US"/>
          </a:p>
          <a:p>
            <a:r>
              <a:rPr lang="en-US" sz="2000" dirty="0">
                <a:ea typeface="+mn-lt"/>
                <a:cs typeface="+mn-lt"/>
              </a:rPr>
              <a:t>Job Submission: Easily submit new files or URLs for analysis.</a:t>
            </a:r>
            <a:endParaRPr lang="en-US" dirty="0"/>
          </a:p>
          <a:p>
            <a:r>
              <a:rPr lang="en-US" sz="2000" dirty="0">
                <a:ea typeface="+mn-lt"/>
                <a:cs typeface="+mn-lt"/>
              </a:rPr>
              <a:t>Report Viewing: Access detailed analysis reports including behavioral data, network activity, and system changes.</a:t>
            </a:r>
          </a:p>
          <a:p>
            <a:endParaRPr lang="en-US" sz="2000" dirty="0"/>
          </a:p>
          <a:p>
            <a:pPr marL="0" indent="0">
              <a:buNone/>
            </a:pPr>
            <a:r>
              <a:rPr lang="en-US" sz="2000" b="1" dirty="0">
                <a:ea typeface="+mn-lt"/>
                <a:cs typeface="+mn-lt"/>
              </a:rPr>
              <a:t>Analysis and Reports:</a:t>
            </a:r>
            <a:endParaRPr lang="en-US" b="1" dirty="0"/>
          </a:p>
          <a:p>
            <a:r>
              <a:rPr lang="en-US" sz="2000" dirty="0">
                <a:ea typeface="+mn-lt"/>
                <a:cs typeface="+mn-lt"/>
              </a:rPr>
              <a:t>Detailed Insights: Cuckoo provides comprehensive reports covering various aspects of the analyzed sample.</a:t>
            </a:r>
            <a:endParaRPr lang="en-US" dirty="0"/>
          </a:p>
          <a:p>
            <a:r>
              <a:rPr lang="en-US" sz="2000" dirty="0">
                <a:ea typeface="+mn-lt"/>
                <a:cs typeface="+mn-lt"/>
              </a:rPr>
              <a:t>Export Options: Reports can be exported in multiple formats for further analysis or sharing.</a:t>
            </a:r>
            <a:endParaRPr lang="en-US" dirty="0"/>
          </a:p>
          <a:p>
            <a:pPr marL="0" indent="0">
              <a:buNone/>
            </a:pPr>
            <a:endParaRPr lang="en-US" sz="2000" dirty="0"/>
          </a:p>
          <a:p>
            <a:pPr marL="0" indent="0">
              <a:buNone/>
            </a:pPr>
            <a:r>
              <a:rPr lang="en-US" sz="2000" dirty="0">
                <a:hlinkClick r:id="rId3"/>
              </a:rPr>
              <a:t>https://cuckoosandbox.org/documentation/https://cuckoosandbox.org/documentation/</a:t>
            </a:r>
            <a:endParaRPr lang="en-US" sz="2000" dirty="0"/>
          </a:p>
          <a:p>
            <a:pPr marL="0" indent="0">
              <a:buNone/>
            </a:pPr>
            <a:r>
              <a:rPr lang="en-US" sz="2000" dirty="0"/>
              <a:t>  </a:t>
            </a:r>
          </a:p>
          <a:p>
            <a:pPr marL="0" indent="0">
              <a:buNone/>
            </a:pPr>
            <a:r>
              <a:rPr lang="en-US" sz="2000" dirty="0"/>
              <a:t>                                                                                                                                                                                                             </a:t>
            </a:r>
          </a:p>
          <a:p>
            <a:endParaRPr lang="en-US" sz="2000" dirty="0"/>
          </a:p>
        </p:txBody>
      </p:sp>
    </p:spTree>
    <p:extLst>
      <p:ext uri="{BB962C8B-B14F-4D97-AF65-F5344CB8AC3E}">
        <p14:creationId xmlns:p14="http://schemas.microsoft.com/office/powerpoint/2010/main" val="615104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53A9C-684B-435F-6DB9-95CA78B6EB6F}"/>
              </a:ext>
            </a:extLst>
          </p:cNvPr>
          <p:cNvSpPr>
            <a:spLocks noGrp="1"/>
          </p:cNvSpPr>
          <p:nvPr>
            <p:ph type="title"/>
          </p:nvPr>
        </p:nvSpPr>
        <p:spPr>
          <a:xfrm>
            <a:off x="838200" y="1710"/>
            <a:ext cx="10515600" cy="1184886"/>
          </a:xfrm>
        </p:spPr>
        <p:txBody>
          <a:bodyPr/>
          <a:lstStyle/>
          <a:p>
            <a:r>
              <a:rPr lang="en-US" dirty="0">
                <a:ea typeface="+mj-lt"/>
                <a:cs typeface="+mj-lt"/>
              </a:rPr>
              <a:t>Using CIC Flow Meter for Feature Extraction</a:t>
            </a:r>
            <a:endParaRPr lang="en-US" dirty="0"/>
          </a:p>
        </p:txBody>
      </p:sp>
      <p:sp>
        <p:nvSpPr>
          <p:cNvPr id="3" name="Content Placeholder 2">
            <a:extLst>
              <a:ext uri="{FF2B5EF4-FFF2-40B4-BE49-F238E27FC236}">
                <a16:creationId xmlns:a16="http://schemas.microsoft.com/office/drawing/2014/main" id="{FD993A58-93CF-F29B-C762-6DAC9393EC78}"/>
              </a:ext>
            </a:extLst>
          </p:cNvPr>
          <p:cNvSpPr>
            <a:spLocks noGrp="1"/>
          </p:cNvSpPr>
          <p:nvPr>
            <p:ph idx="1"/>
          </p:nvPr>
        </p:nvSpPr>
        <p:spPr>
          <a:xfrm>
            <a:off x="838200" y="1200501"/>
            <a:ext cx="10515600" cy="5213299"/>
          </a:xfrm>
        </p:spPr>
        <p:txBody>
          <a:bodyPr vert="horz" lIns="91440" tIns="45720" rIns="91440" bIns="45720" rtlCol="0" anchor="t">
            <a:normAutofit fontScale="77500" lnSpcReduction="20000"/>
          </a:bodyPr>
          <a:lstStyle/>
          <a:p>
            <a:pPr marL="0" indent="0" algn="ctr">
              <a:buNone/>
            </a:pPr>
            <a:r>
              <a:rPr lang="en-US" sz="2000" i="1" dirty="0">
                <a:ea typeface="+mn-lt"/>
                <a:cs typeface="+mn-lt"/>
              </a:rPr>
              <a:t>CIC Flow Meter is a tool for generating and analyzing network traffic flows, extracting valuable features from .</a:t>
            </a:r>
            <a:r>
              <a:rPr lang="en-US" sz="2000" i="1" err="1">
                <a:ea typeface="+mn-lt"/>
                <a:cs typeface="+mn-lt"/>
              </a:rPr>
              <a:t>pcap</a:t>
            </a:r>
            <a:r>
              <a:rPr lang="en-US" sz="2000" i="1" dirty="0">
                <a:ea typeface="+mn-lt"/>
                <a:cs typeface="+mn-lt"/>
              </a:rPr>
              <a:t> files. This is essential for network traffic analysis and machine learning applications.</a:t>
            </a:r>
          </a:p>
          <a:p>
            <a:pPr marL="0" indent="0" algn="ctr">
              <a:buNone/>
            </a:pPr>
            <a:endParaRPr lang="en-US" sz="2000" i="1" dirty="0">
              <a:ea typeface="+mn-lt"/>
              <a:cs typeface="+mn-lt"/>
            </a:endParaRPr>
          </a:p>
          <a:p>
            <a:pPr>
              <a:buNone/>
            </a:pPr>
            <a:r>
              <a:rPr lang="en-US" sz="2000" b="1" u="sng" dirty="0">
                <a:ea typeface="+mn-lt"/>
                <a:cs typeface="+mn-lt"/>
              </a:rPr>
              <a:t>Steps to Use CIC Flow Meter :</a:t>
            </a:r>
            <a:endParaRPr lang="en-US" b="1" u="sng" dirty="0">
              <a:ea typeface="+mn-lt"/>
              <a:cs typeface="+mn-lt"/>
            </a:endParaRPr>
          </a:p>
          <a:p>
            <a:pPr marL="457200" indent="-457200">
              <a:buFont typeface="Wingdings" panose="020B0604020202020204" pitchFamily="34" charset="0"/>
              <a:buChar char="ü"/>
            </a:pPr>
            <a:r>
              <a:rPr lang="en-US" sz="1800" dirty="0">
                <a:ea typeface="+mn-lt"/>
                <a:cs typeface="+mn-lt"/>
              </a:rPr>
              <a:t>Download and Setup: Obtain from GitHub(1) and follow installation instructions.</a:t>
            </a:r>
            <a:endParaRPr lang="en-US" sz="1800" dirty="0"/>
          </a:p>
          <a:p>
            <a:pPr marL="457200" indent="-457200">
              <a:buFont typeface="Wingdings" panose="020B0604020202020204" pitchFamily="34" charset="0"/>
              <a:buChar char="ü"/>
            </a:pPr>
            <a:r>
              <a:rPr lang="en-US" sz="1800" dirty="0">
                <a:ea typeface="+mn-lt"/>
                <a:cs typeface="+mn-lt"/>
              </a:rPr>
              <a:t>Import .</a:t>
            </a:r>
            <a:r>
              <a:rPr lang="en-US" sz="1800" dirty="0" err="1">
                <a:ea typeface="+mn-lt"/>
                <a:cs typeface="+mn-lt"/>
              </a:rPr>
              <a:t>pcap</a:t>
            </a:r>
            <a:r>
              <a:rPr lang="en-US" sz="1800" dirty="0">
                <a:ea typeface="+mn-lt"/>
                <a:cs typeface="+mn-lt"/>
              </a:rPr>
              <a:t> files generated by Cuckoo Sandbox for feature extraction.</a:t>
            </a:r>
            <a:endParaRPr lang="en-US" sz="1800" dirty="0"/>
          </a:p>
          <a:p>
            <a:pPr marL="0" indent="0">
              <a:buNone/>
            </a:pPr>
            <a:endParaRPr lang="en-US" sz="1800" dirty="0"/>
          </a:p>
          <a:p>
            <a:pPr marL="0" indent="0">
              <a:buNone/>
            </a:pPr>
            <a:r>
              <a:rPr lang="en-US" sz="1800" b="1" u="sng" dirty="0">
                <a:ea typeface="+mn-lt"/>
                <a:cs typeface="+mn-lt"/>
              </a:rPr>
              <a:t>Feature Extraction:</a:t>
            </a:r>
            <a:endParaRPr lang="en-US" b="1" u="sng" dirty="0"/>
          </a:p>
          <a:p>
            <a:pPr>
              <a:buFont typeface="Wingdings" panose="020B0604020202020204" pitchFamily="34" charset="0"/>
              <a:buChar char="ü"/>
            </a:pPr>
            <a:r>
              <a:rPr lang="en-US" sz="1800" dirty="0">
                <a:ea typeface="+mn-lt"/>
                <a:cs typeface="+mn-lt"/>
              </a:rPr>
              <a:t>Process: Run CIC Flow Meter to extract features.</a:t>
            </a:r>
            <a:endParaRPr lang="en-US" dirty="0"/>
          </a:p>
          <a:p>
            <a:pPr>
              <a:buFont typeface="Wingdings" panose="020B0604020202020204" pitchFamily="34" charset="0"/>
              <a:buChar char="ü"/>
            </a:pPr>
            <a:r>
              <a:rPr lang="en-US" sz="1800" dirty="0">
                <a:ea typeface="+mn-lt"/>
                <a:cs typeface="+mn-lt"/>
              </a:rPr>
              <a:t>Output: Generates a CSV file with features such as Flow Duration, Total Packets, Bytes per Second, and Packet Length Statistics.</a:t>
            </a:r>
            <a:endParaRPr lang="en-US" dirty="0"/>
          </a:p>
          <a:p>
            <a:pPr marL="0" indent="0">
              <a:buNone/>
            </a:pPr>
            <a:endParaRPr lang="en-US" sz="1800" dirty="0"/>
          </a:p>
          <a:p>
            <a:pPr marL="0" indent="0">
              <a:buNone/>
            </a:pPr>
            <a:r>
              <a:rPr lang="en-US" sz="1800" b="1" u="sng" dirty="0"/>
              <a:t>Benefits: </a:t>
            </a:r>
          </a:p>
          <a:p>
            <a:pPr marL="0" indent="0">
              <a:buNone/>
            </a:pPr>
            <a:endParaRPr lang="en-US" sz="1800" b="1" u="sng" dirty="0"/>
          </a:p>
          <a:p>
            <a:pPr marL="285750" indent="-285750">
              <a:buFont typeface="Wingdings" panose="020B0604020202020204" pitchFamily="34" charset="0"/>
              <a:buChar char="ü"/>
            </a:pPr>
            <a:r>
              <a:rPr lang="en-US" sz="1800" dirty="0">
                <a:ea typeface="+mn-lt"/>
                <a:cs typeface="+mn-lt"/>
              </a:rPr>
              <a:t>Comprehensive Features: Provides detailed network flow features.</a:t>
            </a:r>
            <a:endParaRPr lang="en-US" dirty="0"/>
          </a:p>
          <a:p>
            <a:pPr marL="285750" indent="-285750">
              <a:buFont typeface="Wingdings" panose="020B0604020202020204" pitchFamily="34" charset="0"/>
              <a:buChar char="ü"/>
            </a:pPr>
            <a:r>
              <a:rPr lang="en-US" sz="1800" dirty="0">
                <a:ea typeface="+mn-lt"/>
                <a:cs typeface="+mn-lt"/>
              </a:rPr>
              <a:t>User-Friendly: Easy to install and use.</a:t>
            </a:r>
            <a:endParaRPr lang="en-US" dirty="0"/>
          </a:p>
          <a:p>
            <a:pPr marL="285750" indent="-285750">
              <a:buFont typeface="Wingdings" panose="020B0604020202020204" pitchFamily="34" charset="0"/>
              <a:buChar char="ü"/>
            </a:pPr>
            <a:r>
              <a:rPr lang="en-US" sz="1800" dirty="0">
                <a:ea typeface="+mn-lt"/>
                <a:cs typeface="+mn-lt"/>
              </a:rPr>
              <a:t>Integration: Compatible with machine learning tools.</a:t>
            </a:r>
            <a:endParaRPr lang="en-US" dirty="0"/>
          </a:p>
          <a:p>
            <a:pPr marL="0" indent="0">
              <a:buNone/>
            </a:pPr>
            <a:r>
              <a:rPr lang="en-US" sz="1800" dirty="0"/>
              <a:t>                                                                                                                                       </a:t>
            </a:r>
            <a:r>
              <a:rPr lang="en-US" sz="1800" dirty="0">
                <a:solidFill>
                  <a:schemeClr val="accent1">
                    <a:lumMod val="60000"/>
                    <a:lumOff val="40000"/>
                  </a:schemeClr>
                </a:solidFill>
              </a:rPr>
              <a:t>   (1)  </a:t>
            </a:r>
            <a:r>
              <a:rPr lang="en-US" sz="1800" dirty="0"/>
              <a:t> </a:t>
            </a:r>
            <a:r>
              <a:rPr lang="en-US" sz="1800" dirty="0">
                <a:hlinkClick r:id="rId2"/>
              </a:rPr>
              <a:t>https://github.com/ahlashkari/CICFlowMeter</a:t>
            </a:r>
            <a:endParaRPr lang="en-US" sz="1800" dirty="0"/>
          </a:p>
          <a:p>
            <a:pPr marL="0" indent="0">
              <a:buNone/>
            </a:pPr>
            <a:r>
              <a:rPr lang="en-US" sz="1800" dirty="0"/>
              <a:t>                                                                                                                                                   </a:t>
            </a:r>
            <a:r>
              <a:rPr lang="en-US" sz="1800" dirty="0">
                <a:hlinkClick r:id="rId3"/>
              </a:rPr>
              <a:t>https://github.com/datthinh1801/cicflowmeter</a:t>
            </a:r>
            <a:endParaRPr lang="en-US" sz="1800" dirty="0"/>
          </a:p>
          <a:p>
            <a:pPr marL="457200" indent="-457200">
              <a:buFont typeface="Wingdings" panose="020B0604020202020204" pitchFamily="34" charset="0"/>
              <a:buChar char="ü"/>
            </a:pPr>
            <a:endParaRPr lang="en-US" sz="1800" dirty="0"/>
          </a:p>
          <a:p>
            <a:pPr>
              <a:buFont typeface="Wingdings" panose="020B0604020202020204" pitchFamily="34" charset="0"/>
              <a:buChar char="ü"/>
            </a:pPr>
            <a:endParaRPr lang="en-US" sz="1800" dirty="0"/>
          </a:p>
          <a:p>
            <a:pPr marL="0" indent="0">
              <a:buNone/>
            </a:pPr>
            <a:endParaRPr lang="en-US" dirty="0"/>
          </a:p>
          <a:p>
            <a:pPr marL="0" indent="0" algn="ctr">
              <a:buNone/>
            </a:pPr>
            <a:endParaRPr lang="en-US" sz="2000" i="1" dirty="0"/>
          </a:p>
          <a:p>
            <a:pPr marL="0" indent="0" algn="ctr">
              <a:buNone/>
            </a:pPr>
            <a:endParaRPr lang="en-US" sz="2000" i="1" dirty="0"/>
          </a:p>
        </p:txBody>
      </p:sp>
    </p:spTree>
    <p:extLst>
      <p:ext uri="{BB962C8B-B14F-4D97-AF65-F5344CB8AC3E}">
        <p14:creationId xmlns:p14="http://schemas.microsoft.com/office/powerpoint/2010/main" val="1502029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FF232-145F-1D79-0875-66EC793B8B1A}"/>
              </a:ext>
            </a:extLst>
          </p:cNvPr>
          <p:cNvSpPr>
            <a:spLocks noGrp="1"/>
          </p:cNvSpPr>
          <p:nvPr>
            <p:ph type="title"/>
          </p:nvPr>
        </p:nvSpPr>
        <p:spPr/>
        <p:txBody>
          <a:bodyPr/>
          <a:lstStyle/>
          <a:p>
            <a:pPr algn="ctr"/>
            <a:r>
              <a:rPr lang="en-US" dirty="0">
                <a:ea typeface="+mj-lt"/>
                <a:cs typeface="+mj-lt"/>
              </a:rPr>
              <a:t>Data Preprocessing</a:t>
            </a:r>
            <a:endParaRPr lang="en-US" dirty="0"/>
          </a:p>
        </p:txBody>
      </p:sp>
      <p:sp>
        <p:nvSpPr>
          <p:cNvPr id="3" name="Content Placeholder 2">
            <a:extLst>
              <a:ext uri="{FF2B5EF4-FFF2-40B4-BE49-F238E27FC236}">
                <a16:creationId xmlns:a16="http://schemas.microsoft.com/office/drawing/2014/main" id="{FAC4474B-81BC-DD0C-CEAB-0621F1635727}"/>
              </a:ext>
            </a:extLst>
          </p:cNvPr>
          <p:cNvSpPr>
            <a:spLocks noGrp="1"/>
          </p:cNvSpPr>
          <p:nvPr>
            <p:ph idx="1"/>
          </p:nvPr>
        </p:nvSpPr>
        <p:spPr>
          <a:xfrm>
            <a:off x="-6178" y="1825625"/>
            <a:ext cx="4738816" cy="4351338"/>
          </a:xfrm>
        </p:spPr>
        <p:txBody>
          <a:bodyPr vert="horz" lIns="91440" tIns="45720" rIns="91440" bIns="45720" rtlCol="0" anchor="t">
            <a:normAutofit fontScale="62500" lnSpcReduction="20000"/>
          </a:bodyPr>
          <a:lstStyle/>
          <a:p>
            <a:pPr marL="0" indent="0">
              <a:buNone/>
            </a:pPr>
            <a:r>
              <a:rPr lang="en-US" dirty="0">
                <a:ea typeface="+mn-lt"/>
                <a:cs typeface="+mn-lt"/>
              </a:rPr>
              <a:t>• Importance :</a:t>
            </a:r>
          </a:p>
          <a:p>
            <a:pPr marL="457200" indent="-457200">
              <a:buFont typeface="Wingdings" panose="020B0604020202020204" pitchFamily="34" charset="0"/>
              <a:buChar char="ü"/>
            </a:pPr>
            <a:r>
              <a:rPr lang="en-US" dirty="0">
                <a:ea typeface="+mn-lt"/>
                <a:cs typeface="+mn-lt"/>
              </a:rPr>
              <a:t>Preprocessing prepares raw data for analysis by cleaning and transforming it.</a:t>
            </a:r>
          </a:p>
          <a:p>
            <a:pPr marL="457200" indent="-457200">
              <a:buFont typeface="Wingdings" panose="020B0604020202020204" pitchFamily="34" charset="0"/>
              <a:buChar char="ü"/>
            </a:pPr>
            <a:r>
              <a:rPr lang="en-US" dirty="0">
                <a:ea typeface="+mn-lt"/>
                <a:cs typeface="+mn-lt"/>
              </a:rPr>
              <a:t>Ensures the data is in a suitable format for machine learning models.</a:t>
            </a:r>
          </a:p>
          <a:p>
            <a:pPr marL="0" indent="0">
              <a:buNone/>
            </a:pPr>
            <a:endParaRPr lang="en-US">
              <a:ea typeface="+mn-lt"/>
              <a:cs typeface="+mn-lt"/>
            </a:endParaRPr>
          </a:p>
          <a:p>
            <a:pPr marL="0" indent="0">
              <a:buNone/>
            </a:pPr>
            <a:r>
              <a:rPr lang="en-US" dirty="0">
                <a:ea typeface="+mn-lt"/>
                <a:cs typeface="+mn-lt"/>
              </a:rPr>
              <a:t>•  Steps Involved :</a:t>
            </a:r>
          </a:p>
          <a:p>
            <a:pPr marL="457200" indent="-457200">
              <a:buFont typeface="Wingdings" panose="020B0604020202020204" pitchFamily="34" charset="0"/>
              <a:buChar char="ü"/>
            </a:pPr>
            <a:r>
              <a:rPr lang="en-US" dirty="0">
                <a:ea typeface="+mn-lt"/>
                <a:cs typeface="+mn-lt"/>
              </a:rPr>
              <a:t>Data Cleaning: Remove or correct errors and inconsistencies.</a:t>
            </a:r>
            <a:endParaRPr lang="en-US" dirty="0"/>
          </a:p>
          <a:p>
            <a:pPr marL="457200" indent="-457200">
              <a:buFont typeface="Wingdings" panose="020B0604020202020204" pitchFamily="34" charset="0"/>
              <a:buChar char="ü"/>
            </a:pPr>
            <a:r>
              <a:rPr lang="en-US" dirty="0">
                <a:ea typeface="+mn-lt"/>
                <a:cs typeface="+mn-lt"/>
              </a:rPr>
              <a:t>Normalization: Scale features to a standard range to ensure fair comparisons.</a:t>
            </a:r>
            <a:endParaRPr lang="en-US" dirty="0"/>
          </a:p>
          <a:p>
            <a:pPr marL="457200" indent="-457200">
              <a:buFont typeface="Wingdings" panose="020B0604020202020204" pitchFamily="34" charset="0"/>
              <a:buChar char="ü"/>
            </a:pPr>
            <a:r>
              <a:rPr lang="en-US" dirty="0">
                <a:ea typeface="+mn-lt"/>
                <a:cs typeface="+mn-lt"/>
              </a:rPr>
              <a:t>Handling Missing Values: Impute missing data or remove incomplete records.</a:t>
            </a:r>
            <a:endParaRPr lang="en-US" dirty="0"/>
          </a:p>
          <a:p>
            <a:pPr marL="0" indent="0">
              <a:buNone/>
            </a:pPr>
            <a:endParaRPr lang="en-US" dirty="0">
              <a:ea typeface="+mn-lt"/>
              <a:cs typeface="+mn-lt"/>
            </a:endParaRPr>
          </a:p>
          <a:p>
            <a:pPr marL="0" indent="0">
              <a:buNone/>
            </a:pPr>
            <a:endParaRPr lang="en-US">
              <a:ea typeface="+mn-lt"/>
              <a:cs typeface="+mn-lt"/>
            </a:endParaRPr>
          </a:p>
          <a:p>
            <a:pPr marL="0" indent="0">
              <a:buNone/>
            </a:pPr>
            <a:endParaRPr lang="en-US">
              <a:ea typeface="+mn-lt"/>
              <a:cs typeface="+mn-lt"/>
            </a:endParaRPr>
          </a:p>
          <a:p>
            <a:pPr marL="457200" indent="-457200">
              <a:buFont typeface="Wingdings" panose="020B0604020202020204" pitchFamily="34" charset="0"/>
              <a:buChar char="ü"/>
            </a:pPr>
            <a:endParaRPr lang="en-US">
              <a:ea typeface="+mn-lt"/>
              <a:cs typeface="+mn-lt"/>
            </a:endParaRPr>
          </a:p>
        </p:txBody>
      </p:sp>
      <p:pic>
        <p:nvPicPr>
          <p:cNvPr id="4" name="Picture 3" descr="A diagram of data processing&#10;&#10;Description automatically generated">
            <a:extLst>
              <a:ext uri="{FF2B5EF4-FFF2-40B4-BE49-F238E27FC236}">
                <a16:creationId xmlns:a16="http://schemas.microsoft.com/office/drawing/2014/main" id="{C8A03C61-71F0-C83C-1522-33BA23C5C775}"/>
              </a:ext>
            </a:extLst>
          </p:cNvPr>
          <p:cNvPicPr>
            <a:picLocks noChangeAspect="1"/>
          </p:cNvPicPr>
          <p:nvPr/>
        </p:nvPicPr>
        <p:blipFill>
          <a:blip r:embed="rId2"/>
          <a:stretch>
            <a:fillRect/>
          </a:stretch>
        </p:blipFill>
        <p:spPr>
          <a:xfrm>
            <a:off x="6320224" y="1827899"/>
            <a:ext cx="5606363" cy="3686175"/>
          </a:xfrm>
          <a:prstGeom prst="rect">
            <a:avLst/>
          </a:prstGeom>
        </p:spPr>
      </p:pic>
      <p:sp>
        <p:nvSpPr>
          <p:cNvPr id="5" name="TextBox 4">
            <a:extLst>
              <a:ext uri="{FF2B5EF4-FFF2-40B4-BE49-F238E27FC236}">
                <a16:creationId xmlns:a16="http://schemas.microsoft.com/office/drawing/2014/main" id="{3408D903-7637-AE6D-94AB-91176071D4D8}"/>
              </a:ext>
            </a:extLst>
          </p:cNvPr>
          <p:cNvSpPr txBox="1"/>
          <p:nvPr/>
        </p:nvSpPr>
        <p:spPr>
          <a:xfrm>
            <a:off x="6560742" y="5705525"/>
            <a:ext cx="48014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dirty="0"/>
              <a:t>Figure 1.3 data preprocessing</a:t>
            </a:r>
          </a:p>
        </p:txBody>
      </p:sp>
    </p:spTree>
    <p:extLst>
      <p:ext uri="{BB962C8B-B14F-4D97-AF65-F5344CB8AC3E}">
        <p14:creationId xmlns:p14="http://schemas.microsoft.com/office/powerpoint/2010/main" val="2265428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EDDC1-76EF-A1D3-3E31-7412D1606583}"/>
              </a:ext>
            </a:extLst>
          </p:cNvPr>
          <p:cNvSpPr>
            <a:spLocks noGrp="1"/>
          </p:cNvSpPr>
          <p:nvPr>
            <p:ph type="title"/>
          </p:nvPr>
        </p:nvSpPr>
        <p:spPr/>
        <p:txBody>
          <a:bodyPr/>
          <a:lstStyle/>
          <a:p>
            <a:r>
              <a:rPr lang="en-US" dirty="0">
                <a:ea typeface="+mj-lt"/>
                <a:cs typeface="+mj-lt"/>
              </a:rPr>
              <a:t>Explainability Techniques</a:t>
            </a:r>
            <a:endParaRPr lang="en-US" dirty="0"/>
          </a:p>
        </p:txBody>
      </p:sp>
      <p:sp>
        <p:nvSpPr>
          <p:cNvPr id="3" name="Content Placeholder 2">
            <a:extLst>
              <a:ext uri="{FF2B5EF4-FFF2-40B4-BE49-F238E27FC236}">
                <a16:creationId xmlns:a16="http://schemas.microsoft.com/office/drawing/2014/main" id="{05CBEF18-796A-69E4-D381-F07809C1B2CC}"/>
              </a:ext>
            </a:extLst>
          </p:cNvPr>
          <p:cNvSpPr>
            <a:spLocks noGrp="1"/>
          </p:cNvSpPr>
          <p:nvPr>
            <p:ph idx="1"/>
          </p:nvPr>
        </p:nvSpPr>
        <p:spPr/>
        <p:txBody>
          <a:bodyPr vert="horz" lIns="91440" tIns="45720" rIns="91440" bIns="45720" rtlCol="0" anchor="t">
            <a:normAutofit fontScale="92500" lnSpcReduction="20000"/>
          </a:bodyPr>
          <a:lstStyle/>
          <a:p>
            <a:pPr marL="0" indent="0" algn="ctr">
              <a:buNone/>
            </a:pPr>
            <a:r>
              <a:rPr lang="en-US" sz="2000" dirty="0">
                <a:ea typeface="+mn-lt"/>
                <a:cs typeface="+mn-lt"/>
              </a:rPr>
              <a:t>Explainability refers to the extent to which the internal mechanics of a machine learning model can be explained in human terms.</a:t>
            </a:r>
          </a:p>
          <a:p>
            <a:pPr marL="0" indent="0" algn="ctr">
              <a:buNone/>
            </a:pPr>
            <a:endParaRPr lang="en-US" sz="2000" dirty="0">
              <a:latin typeface="Aptos"/>
              <a:ea typeface="+mn-lt"/>
              <a:cs typeface="+mn-lt"/>
            </a:endParaRPr>
          </a:p>
          <a:p>
            <a:pPr marL="0" indent="0">
              <a:buNone/>
            </a:pPr>
            <a:r>
              <a:rPr lang="en-US" sz="2400" dirty="0">
                <a:latin typeface="Arial"/>
                <a:ea typeface="+mn-lt"/>
                <a:cs typeface="+mn-lt"/>
              </a:rPr>
              <a:t>Techniques :</a:t>
            </a:r>
          </a:p>
          <a:p>
            <a:pPr marL="0" indent="0">
              <a:buNone/>
            </a:pPr>
            <a:r>
              <a:rPr lang="en-US" sz="2400" dirty="0">
                <a:ea typeface="+mn-lt"/>
                <a:cs typeface="+mn-lt"/>
              </a:rPr>
              <a:t>• LIME (Local Interpretable Model-agnostic Explanations):</a:t>
            </a:r>
            <a:endParaRPr lang="en-US" dirty="0"/>
          </a:p>
          <a:p>
            <a:pPr marL="342900" indent="-342900">
              <a:buFont typeface="Wingdings" panose="020B0604020202020204" pitchFamily="34" charset="0"/>
              <a:buChar char="ü"/>
            </a:pPr>
            <a:r>
              <a:rPr lang="en-US" sz="2400" dirty="0">
                <a:ea typeface="+mn-lt"/>
                <a:cs typeface="+mn-lt"/>
              </a:rPr>
              <a:t> Provides local explanations for individual predictions.</a:t>
            </a:r>
            <a:endParaRPr lang="en-US" dirty="0"/>
          </a:p>
          <a:p>
            <a:pPr marL="0" indent="0">
              <a:buNone/>
            </a:pPr>
            <a:r>
              <a:rPr lang="en-US" sz="2400" dirty="0">
                <a:ea typeface="+mn-lt"/>
                <a:cs typeface="+mn-lt"/>
              </a:rPr>
              <a:t>• SHAP (</a:t>
            </a:r>
            <a:r>
              <a:rPr lang="en-US" sz="2400" dirty="0" err="1">
                <a:ea typeface="+mn-lt"/>
                <a:cs typeface="+mn-lt"/>
              </a:rPr>
              <a:t>SHapley</a:t>
            </a:r>
            <a:r>
              <a:rPr lang="en-US" sz="2400" dirty="0">
                <a:ea typeface="+mn-lt"/>
                <a:cs typeface="+mn-lt"/>
              </a:rPr>
              <a:t> Additive </a:t>
            </a:r>
            <a:r>
              <a:rPr lang="en-US" sz="2400" dirty="0" err="1">
                <a:ea typeface="+mn-lt"/>
                <a:cs typeface="+mn-lt"/>
              </a:rPr>
              <a:t>exPlanations</a:t>
            </a:r>
            <a:r>
              <a:rPr lang="en-US" sz="2400" dirty="0">
                <a:ea typeface="+mn-lt"/>
                <a:cs typeface="+mn-lt"/>
              </a:rPr>
              <a:t>) :</a:t>
            </a:r>
            <a:endParaRPr lang="en-US" dirty="0"/>
          </a:p>
          <a:p>
            <a:pPr marL="342900" indent="-342900">
              <a:buFont typeface="Wingdings" panose="020B0604020202020204" pitchFamily="34" charset="0"/>
              <a:buChar char="ü"/>
            </a:pPr>
            <a:r>
              <a:rPr lang="en-US" sz="2400" dirty="0">
                <a:ea typeface="+mn-lt"/>
                <a:cs typeface="+mn-lt"/>
              </a:rPr>
              <a:t>Offers global and local interpretability by assigning an importance value to each feature.</a:t>
            </a:r>
            <a:endParaRPr lang="en-US" sz="2400" dirty="0"/>
          </a:p>
          <a:p>
            <a:pPr marL="0" indent="0">
              <a:buNone/>
            </a:pPr>
            <a:r>
              <a:rPr lang="en-US" sz="2400" dirty="0"/>
              <a:t>  </a:t>
            </a:r>
          </a:p>
          <a:p>
            <a:pPr marL="0" indent="0">
              <a:buNone/>
            </a:pPr>
            <a:r>
              <a:rPr lang="en-US" sz="2400" dirty="0"/>
              <a:t>  Importance :</a:t>
            </a:r>
          </a:p>
          <a:p>
            <a:pPr marL="342900" indent="-342900">
              <a:buFont typeface="Wingdings" panose="020B0604020202020204" pitchFamily="34" charset="0"/>
              <a:buChar char="ü"/>
            </a:pPr>
            <a:r>
              <a:rPr lang="en-US" sz="2400" dirty="0">
                <a:ea typeface="+mn-lt"/>
                <a:cs typeface="+mn-lt"/>
              </a:rPr>
              <a:t>Enhances transparency and trust in the model.</a:t>
            </a:r>
            <a:endParaRPr lang="en-US" sz="2400" dirty="0"/>
          </a:p>
          <a:p>
            <a:pPr marL="342900" indent="-342900">
              <a:buFont typeface="Wingdings" panose="020B0604020202020204" pitchFamily="34" charset="0"/>
              <a:buChar char="ü"/>
            </a:pPr>
            <a:r>
              <a:rPr lang="en-US" sz="2400" dirty="0">
                <a:ea typeface="+mn-lt"/>
                <a:cs typeface="+mn-lt"/>
              </a:rPr>
              <a:t>Helps in debugging and improving the model by understanding its decisions.</a:t>
            </a:r>
          </a:p>
          <a:p>
            <a:pPr marL="342900" indent="-342900">
              <a:buFont typeface="Wingdings" panose="020B0604020202020204" pitchFamily="34" charset="0"/>
              <a:buChar char="ü"/>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342900" indent="-342900">
              <a:buFont typeface="Wingdings" panose="020B0604020202020204" pitchFamily="34" charset="0"/>
              <a:buChar char="ü"/>
            </a:pPr>
            <a:endParaRPr lang="en-US" sz="2400" dirty="0"/>
          </a:p>
          <a:p>
            <a:pPr marL="0" indent="0">
              <a:buNone/>
            </a:pPr>
            <a:endParaRPr lang="en-US" sz="2400" dirty="0"/>
          </a:p>
        </p:txBody>
      </p:sp>
    </p:spTree>
    <p:extLst>
      <p:ext uri="{BB962C8B-B14F-4D97-AF65-F5344CB8AC3E}">
        <p14:creationId xmlns:p14="http://schemas.microsoft.com/office/powerpoint/2010/main" val="3462133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296AB-EB0C-843F-B45D-67B0EC3D116B}"/>
              </a:ext>
            </a:extLst>
          </p:cNvPr>
          <p:cNvSpPr>
            <a:spLocks noGrp="1"/>
          </p:cNvSpPr>
          <p:nvPr>
            <p:ph type="title"/>
          </p:nvPr>
        </p:nvSpPr>
        <p:spPr/>
        <p:txBody>
          <a:bodyPr/>
          <a:lstStyle/>
          <a:p>
            <a:pPr algn="ctr"/>
            <a:r>
              <a:rPr lang="en-US" dirty="0">
                <a:ea typeface="+mj-lt"/>
                <a:cs typeface="+mj-lt"/>
              </a:rPr>
              <a:t>Model Training &amp; Testing</a:t>
            </a:r>
            <a:endParaRPr lang="en-US" dirty="0"/>
          </a:p>
        </p:txBody>
      </p:sp>
      <p:sp>
        <p:nvSpPr>
          <p:cNvPr id="3" name="Content Placeholder 2">
            <a:extLst>
              <a:ext uri="{FF2B5EF4-FFF2-40B4-BE49-F238E27FC236}">
                <a16:creationId xmlns:a16="http://schemas.microsoft.com/office/drawing/2014/main" id="{F8D8489A-0DA8-45E7-710D-EFDC569E7EBD}"/>
              </a:ext>
            </a:extLst>
          </p:cNvPr>
          <p:cNvSpPr>
            <a:spLocks noGrp="1"/>
          </p:cNvSpPr>
          <p:nvPr>
            <p:ph idx="1"/>
          </p:nvPr>
        </p:nvSpPr>
        <p:spPr>
          <a:xfrm>
            <a:off x="838200" y="1825625"/>
            <a:ext cx="10515600" cy="4495500"/>
          </a:xfrm>
        </p:spPr>
        <p:txBody>
          <a:bodyPr vert="horz" lIns="91440" tIns="45720" rIns="91440" bIns="45720" rtlCol="0" anchor="t">
            <a:normAutofit fontScale="55000" lnSpcReduction="20000"/>
          </a:bodyPr>
          <a:lstStyle/>
          <a:p>
            <a:pPr>
              <a:buFont typeface="Wingdings" panose="020B0604020202020204" pitchFamily="34" charset="0"/>
              <a:buChar char="ü"/>
            </a:pPr>
            <a:r>
              <a:rPr lang="en-US" dirty="0">
                <a:ea typeface="+mn-lt"/>
                <a:cs typeface="+mn-lt"/>
              </a:rPr>
              <a:t>Split the dataset into training and testing sets (80 percent and 20 percent).</a:t>
            </a:r>
            <a:endParaRPr lang="en-US" dirty="0"/>
          </a:p>
          <a:p>
            <a:pPr>
              <a:buFont typeface="Wingdings" panose="020B0604020202020204" pitchFamily="34" charset="0"/>
              <a:buChar char="ü"/>
            </a:pPr>
            <a:r>
              <a:rPr lang="en-US" dirty="0">
                <a:ea typeface="+mn-lt"/>
                <a:cs typeface="+mn-lt"/>
              </a:rPr>
              <a:t>Use the training set to teach the model to recognize patterns in the data.</a:t>
            </a:r>
            <a:endParaRPr lang="en-US" dirty="0"/>
          </a:p>
          <a:p>
            <a:pPr marL="0" indent="0">
              <a:buNone/>
            </a:pPr>
            <a:r>
              <a:rPr lang="en-US" dirty="0">
                <a:ea typeface="+mn-lt"/>
                <a:cs typeface="+mn-lt"/>
              </a:rPr>
              <a:t>The following algorithms we used to train the model :</a:t>
            </a:r>
          </a:p>
          <a:p>
            <a:pPr marL="0" indent="0">
              <a:buNone/>
            </a:pPr>
            <a:r>
              <a:rPr lang="en-US" dirty="0">
                <a:ea typeface="+mn-lt"/>
                <a:cs typeface="+mn-lt"/>
              </a:rPr>
              <a:t>• K-Nearest Neighbors (KNN)</a:t>
            </a:r>
          </a:p>
          <a:p>
            <a:pPr marL="0" indent="0">
              <a:buNone/>
            </a:pPr>
            <a:r>
              <a:rPr lang="en-US" dirty="0">
                <a:ea typeface="+mn-lt"/>
                <a:cs typeface="+mn-lt"/>
              </a:rPr>
              <a:t>• Neural Network</a:t>
            </a:r>
          </a:p>
          <a:p>
            <a:pPr marL="0" indent="0">
              <a:buNone/>
            </a:pPr>
            <a:r>
              <a:rPr lang="en-US" dirty="0">
                <a:ea typeface="+mn-lt"/>
                <a:cs typeface="+mn-lt"/>
              </a:rPr>
              <a:t>• Nearest Centroid</a:t>
            </a:r>
          </a:p>
          <a:p>
            <a:pPr marL="0" indent="0">
              <a:buNone/>
            </a:pPr>
            <a:r>
              <a:rPr lang="en-US" dirty="0">
                <a:ea typeface="+mn-lt"/>
                <a:cs typeface="+mn-lt"/>
              </a:rPr>
              <a:t>• Gradient Boosting Machine (GBM)</a:t>
            </a:r>
          </a:p>
          <a:p>
            <a:pPr marL="0" indent="0">
              <a:buNone/>
            </a:pPr>
            <a:r>
              <a:rPr lang="en-US" dirty="0">
                <a:ea typeface="+mn-lt"/>
                <a:cs typeface="+mn-lt"/>
              </a:rPr>
              <a:t>• Deep Neural Network (DNN)</a:t>
            </a:r>
          </a:p>
          <a:p>
            <a:pPr marL="0" indent="0">
              <a:buNone/>
            </a:pPr>
            <a:endParaRPr lang="en-US" dirty="0">
              <a:ea typeface="+mn-lt"/>
              <a:cs typeface="+mn-lt"/>
            </a:endParaRPr>
          </a:p>
          <a:p>
            <a:pPr marL="0" indent="0">
              <a:buNone/>
            </a:pPr>
            <a:r>
              <a:rPr lang="en-US" dirty="0">
                <a:ea typeface="+mn-lt"/>
                <a:cs typeface="+mn-lt"/>
              </a:rPr>
              <a:t>Tools :</a:t>
            </a:r>
          </a:p>
          <a:p>
            <a:pPr marL="457200" indent="-457200">
              <a:buFont typeface="Wingdings" panose="020B0604020202020204" pitchFamily="34" charset="0"/>
              <a:buChar char="ü"/>
            </a:pPr>
            <a:r>
              <a:rPr lang="en-US" dirty="0">
                <a:ea typeface="+mn-lt"/>
                <a:cs typeface="+mn-lt"/>
              </a:rPr>
              <a:t>Scikit-learn: Used for implementing KNN, nearest centroid, and GBM algorithms.</a:t>
            </a:r>
            <a:r>
              <a:rPr lang="en-US" dirty="0">
                <a:solidFill>
                  <a:srgbClr val="FF0000"/>
                </a:solidFill>
                <a:ea typeface="+mn-lt"/>
                <a:cs typeface="+mn-lt"/>
              </a:rPr>
              <a:t>(1)</a:t>
            </a:r>
            <a:endParaRPr lang="en-US" dirty="0">
              <a:solidFill>
                <a:srgbClr val="FF0000"/>
              </a:solidFill>
            </a:endParaRPr>
          </a:p>
          <a:p>
            <a:pPr marL="457200" indent="-457200">
              <a:buFont typeface="Wingdings" panose="020B0604020202020204" pitchFamily="34" charset="0"/>
              <a:buChar char="ü"/>
            </a:pPr>
            <a:r>
              <a:rPr lang="en-US" dirty="0">
                <a:ea typeface="+mn-lt"/>
                <a:cs typeface="+mn-lt"/>
              </a:rPr>
              <a:t>TensorFlow / </a:t>
            </a:r>
            <a:r>
              <a:rPr lang="en-US" dirty="0" err="1">
                <a:ea typeface="+mn-lt"/>
                <a:cs typeface="+mn-lt"/>
              </a:rPr>
              <a:t>Keras</a:t>
            </a:r>
            <a:r>
              <a:rPr lang="en-US" dirty="0">
                <a:ea typeface="+mn-lt"/>
                <a:cs typeface="+mn-lt"/>
              </a:rPr>
              <a:t>: Used for implementing neural networks and deep learning models.</a:t>
            </a:r>
            <a:r>
              <a:rPr lang="en-US" dirty="0">
                <a:solidFill>
                  <a:srgbClr val="FF0000"/>
                </a:solidFill>
                <a:ea typeface="+mn-lt"/>
                <a:cs typeface="+mn-lt"/>
              </a:rPr>
              <a:t>(2)</a:t>
            </a:r>
          </a:p>
          <a:p>
            <a:pPr marL="0" indent="0">
              <a:buNone/>
            </a:pPr>
            <a:r>
              <a:rPr lang="en-US" dirty="0"/>
              <a:t>                                                                                                                                                                                          </a:t>
            </a:r>
            <a:r>
              <a:rPr lang="en-US" dirty="0">
                <a:solidFill>
                  <a:srgbClr val="FF0000"/>
                </a:solidFill>
              </a:rPr>
              <a:t> 1)  </a:t>
            </a:r>
            <a:r>
              <a:rPr lang="en-US" dirty="0">
                <a:solidFill>
                  <a:srgbClr val="FF0000"/>
                </a:solidFill>
                <a:hlinkClick r:id="rId2">
                  <a:extLst>
                    <a:ext uri="{A12FA001-AC4F-418D-AE19-62706E023703}">
                      <ahyp:hlinkClr xmlns:ahyp="http://schemas.microsoft.com/office/drawing/2018/hyperlinkcolor" val="tx"/>
                    </a:ext>
                  </a:extLst>
                </a:hlinkClick>
              </a:rPr>
              <a:t>https://www.tensorflow.org/</a:t>
            </a:r>
          </a:p>
          <a:p>
            <a:pPr marL="0" indent="0">
              <a:buNone/>
            </a:pPr>
            <a:r>
              <a:rPr lang="en-US" dirty="0">
                <a:solidFill>
                  <a:srgbClr val="FF0000"/>
                </a:solidFill>
              </a:rPr>
              <a:t> 2) </a:t>
            </a:r>
            <a:r>
              <a:rPr lang="en-US" sz="2700" dirty="0">
                <a:solidFill>
                  <a:srgbClr val="FF0000"/>
                </a:solidFill>
                <a:latin typeface="Segoe UI"/>
                <a:cs typeface="Segoe UI"/>
                <a:hlinkClick r:id="" action="ppaction://noaction">
                  <a:extLst>
                    <a:ext uri="{A12FA001-AC4F-418D-AE19-62706E023703}">
                      <ahyp:hlinkClr xmlns:ahyp="http://schemas.microsoft.com/office/drawing/2018/hyperlinkcolor" val="tx"/>
                    </a:ext>
                  </a:extLst>
                </a:hlinkClick>
              </a:rPr>
              <a:t> https://scikit-learn.org/</a:t>
            </a:r>
            <a:endParaRPr lang="en-US" sz="2700" dirty="0">
              <a:solidFill>
                <a:srgbClr val="000000"/>
              </a:solidFill>
              <a:ea typeface="+mn-lt"/>
              <a:cs typeface="+mn-lt"/>
            </a:endParaRPr>
          </a:p>
          <a:p>
            <a:pPr marL="0" indent="0">
              <a:buNone/>
            </a:pPr>
            <a:endParaRPr lang="en-US" dirty="0">
              <a:solidFill>
                <a:srgbClr val="FF0000"/>
              </a:solidFill>
            </a:endParaRPr>
          </a:p>
          <a:p>
            <a:pPr marL="0" indent="0">
              <a:buNone/>
            </a:pPr>
            <a:endParaRPr lang="en-US" dirty="0">
              <a:solidFill>
                <a:srgbClr val="FF0000"/>
              </a:solidFill>
            </a:endParaRPr>
          </a:p>
        </p:txBody>
      </p:sp>
    </p:spTree>
    <p:extLst>
      <p:ext uri="{BB962C8B-B14F-4D97-AF65-F5344CB8AC3E}">
        <p14:creationId xmlns:p14="http://schemas.microsoft.com/office/powerpoint/2010/main" val="2868961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9EF70-BA6E-CB09-73B3-8C3247BA364B}"/>
              </a:ext>
            </a:extLst>
          </p:cNvPr>
          <p:cNvSpPr>
            <a:spLocks noGrp="1"/>
          </p:cNvSpPr>
          <p:nvPr>
            <p:ph type="title"/>
          </p:nvPr>
        </p:nvSpPr>
        <p:spPr>
          <a:xfrm>
            <a:off x="838200" y="694638"/>
            <a:ext cx="4141573" cy="1335860"/>
          </a:xfrm>
        </p:spPr>
        <p:txBody>
          <a:bodyPr/>
          <a:lstStyle/>
          <a:p>
            <a:pPr algn="ctr"/>
            <a:r>
              <a:rPr lang="en-US" dirty="0">
                <a:ea typeface="+mj-lt"/>
                <a:cs typeface="+mj-lt"/>
              </a:rPr>
              <a:t>K-Nearest Neighbors (KNN)</a:t>
            </a:r>
            <a:endParaRPr lang="en-US" dirty="0"/>
          </a:p>
        </p:txBody>
      </p:sp>
      <p:sp>
        <p:nvSpPr>
          <p:cNvPr id="3" name="Content Placeholder 2">
            <a:extLst>
              <a:ext uri="{FF2B5EF4-FFF2-40B4-BE49-F238E27FC236}">
                <a16:creationId xmlns:a16="http://schemas.microsoft.com/office/drawing/2014/main" id="{36FA3617-BCB9-B77A-3EC4-EBF544FEA134}"/>
              </a:ext>
            </a:extLst>
          </p:cNvPr>
          <p:cNvSpPr>
            <a:spLocks noGrp="1"/>
          </p:cNvSpPr>
          <p:nvPr>
            <p:ph idx="1"/>
          </p:nvPr>
        </p:nvSpPr>
        <p:spPr>
          <a:xfrm>
            <a:off x="838200" y="2597922"/>
            <a:ext cx="4141574" cy="3527555"/>
          </a:xfrm>
        </p:spPr>
        <p:txBody>
          <a:bodyPr vert="horz" lIns="91440" tIns="45720" rIns="91440" bIns="45720" rtlCol="0" anchor="t">
            <a:normAutofit fontScale="77500" lnSpcReduction="20000"/>
          </a:bodyPr>
          <a:lstStyle/>
          <a:p>
            <a:pPr marL="0" indent="0">
              <a:buNone/>
            </a:pPr>
            <a:r>
              <a:rPr lang="en-US" dirty="0"/>
              <a:t>The K-Nearest Neighbors (KNN) algorithm is a supervised learning method used for classification and regression. It classifies a data point based on how its neighbors are classified. The algorithm identifies the 'k' closest training examples in the feature space and predicts the label based on the majority label (for classification) or the average (for regression) of these neighbors.</a:t>
            </a:r>
          </a:p>
        </p:txBody>
      </p:sp>
      <p:pic>
        <p:nvPicPr>
          <p:cNvPr id="4" name="Picture 3" descr="A screenshot of a computer game&#10;&#10;Description automatically generated">
            <a:extLst>
              <a:ext uri="{FF2B5EF4-FFF2-40B4-BE49-F238E27FC236}">
                <a16:creationId xmlns:a16="http://schemas.microsoft.com/office/drawing/2014/main" id="{89B5CEA9-9520-6FF6-7380-E44F77DDB503}"/>
              </a:ext>
            </a:extLst>
          </p:cNvPr>
          <p:cNvPicPr>
            <a:picLocks noChangeAspect="1"/>
          </p:cNvPicPr>
          <p:nvPr/>
        </p:nvPicPr>
        <p:blipFill>
          <a:blip r:embed="rId2"/>
          <a:stretch>
            <a:fillRect/>
          </a:stretch>
        </p:blipFill>
        <p:spPr>
          <a:xfrm>
            <a:off x="5815399" y="1235677"/>
            <a:ext cx="5545094" cy="4891214"/>
          </a:xfrm>
          <a:prstGeom prst="rect">
            <a:avLst/>
          </a:prstGeom>
        </p:spPr>
      </p:pic>
      <p:sp>
        <p:nvSpPr>
          <p:cNvPr id="5" name="TextBox 4">
            <a:extLst>
              <a:ext uri="{FF2B5EF4-FFF2-40B4-BE49-F238E27FC236}">
                <a16:creationId xmlns:a16="http://schemas.microsoft.com/office/drawing/2014/main" id="{9F3C747E-DA73-89E9-0A8E-1A451F393A6C}"/>
              </a:ext>
            </a:extLst>
          </p:cNvPr>
          <p:cNvSpPr txBox="1"/>
          <p:nvPr/>
        </p:nvSpPr>
        <p:spPr>
          <a:xfrm>
            <a:off x="598652" y="6267525"/>
            <a:ext cx="41352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hlinkClick r:id="rId3"/>
              </a:rPr>
              <a:t>https://morioh.com/p/347a9262da98</a:t>
            </a:r>
            <a:endParaRPr lang="en-US"/>
          </a:p>
        </p:txBody>
      </p:sp>
    </p:spTree>
    <p:extLst>
      <p:ext uri="{BB962C8B-B14F-4D97-AF65-F5344CB8AC3E}">
        <p14:creationId xmlns:p14="http://schemas.microsoft.com/office/powerpoint/2010/main" val="305462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2F4E0-69C9-1B1D-0654-1CCE27511913}"/>
              </a:ext>
            </a:extLst>
          </p:cNvPr>
          <p:cNvSpPr>
            <a:spLocks noGrp="1"/>
          </p:cNvSpPr>
          <p:nvPr>
            <p:ph type="title"/>
          </p:nvPr>
        </p:nvSpPr>
        <p:spPr>
          <a:xfrm>
            <a:off x="4119" y="128288"/>
            <a:ext cx="12173464" cy="996049"/>
          </a:xfrm>
        </p:spPr>
        <p:txBody>
          <a:bodyPr/>
          <a:lstStyle/>
          <a:p>
            <a:pPr algn="ctr"/>
            <a:r>
              <a:rPr lang="en-US" dirty="0">
                <a:ea typeface="+mj-lt"/>
                <a:cs typeface="+mj-lt"/>
              </a:rPr>
              <a:t>Neural Network</a:t>
            </a:r>
            <a:endParaRPr lang="en-US" dirty="0"/>
          </a:p>
        </p:txBody>
      </p:sp>
      <p:sp>
        <p:nvSpPr>
          <p:cNvPr id="3" name="Content Placeholder 2">
            <a:extLst>
              <a:ext uri="{FF2B5EF4-FFF2-40B4-BE49-F238E27FC236}">
                <a16:creationId xmlns:a16="http://schemas.microsoft.com/office/drawing/2014/main" id="{C2F3B534-1DA6-68FE-76D1-047F77C93E6F}"/>
              </a:ext>
            </a:extLst>
          </p:cNvPr>
          <p:cNvSpPr>
            <a:spLocks noGrp="1"/>
          </p:cNvSpPr>
          <p:nvPr>
            <p:ph idx="1"/>
          </p:nvPr>
        </p:nvSpPr>
        <p:spPr>
          <a:xfrm>
            <a:off x="107092" y="1465221"/>
            <a:ext cx="4924168" cy="5133932"/>
          </a:xfrm>
        </p:spPr>
        <p:txBody>
          <a:bodyPr vert="horz" lIns="91440" tIns="45720" rIns="91440" bIns="45720" rtlCol="0" anchor="t">
            <a:normAutofit fontScale="85000" lnSpcReduction="20000"/>
          </a:bodyPr>
          <a:lstStyle/>
          <a:p>
            <a:pPr marL="0" indent="0">
              <a:buNone/>
            </a:pPr>
            <a:r>
              <a:rPr lang="en-US" dirty="0"/>
              <a:t>A neural network is a computational model inspired by the human brain. It consists of layers of interconnected nodes (neurons) that process input data to recognize patterns and make predictions. Neural networks learn by adjusting the weights of these connections based on the input and output data.</a:t>
            </a:r>
          </a:p>
          <a:p>
            <a:endParaRPr lang="en-US"/>
          </a:p>
          <a:p>
            <a:pPr marL="0" indent="0">
              <a:buNone/>
            </a:pPr>
            <a:r>
              <a:rPr lang="en-US"/>
              <a:t>Applications:</a:t>
            </a:r>
          </a:p>
          <a:p>
            <a:endParaRPr lang="en-US"/>
          </a:p>
          <a:p>
            <a:r>
              <a:rPr lang="en-US" dirty="0"/>
              <a:t>Image and speech recognition</a:t>
            </a:r>
          </a:p>
          <a:p>
            <a:r>
              <a:rPr lang="en-US" dirty="0"/>
              <a:t>Natural language processing</a:t>
            </a:r>
          </a:p>
          <a:p>
            <a:r>
              <a:rPr lang="en-US" dirty="0"/>
              <a:t>Autonomous vehicles</a:t>
            </a:r>
          </a:p>
          <a:p>
            <a:r>
              <a:rPr lang="en-US" dirty="0"/>
              <a:t>Financial forecasting</a:t>
            </a:r>
          </a:p>
        </p:txBody>
      </p:sp>
      <p:pic>
        <p:nvPicPr>
          <p:cNvPr id="5" name="Picture 4" descr="A diagram of a network&#10;&#10;Description automatically generated">
            <a:extLst>
              <a:ext uri="{FF2B5EF4-FFF2-40B4-BE49-F238E27FC236}">
                <a16:creationId xmlns:a16="http://schemas.microsoft.com/office/drawing/2014/main" id="{55BBDAF4-D0EE-6979-5D2C-33D9F0CEC614}"/>
              </a:ext>
            </a:extLst>
          </p:cNvPr>
          <p:cNvPicPr>
            <a:picLocks noChangeAspect="1"/>
          </p:cNvPicPr>
          <p:nvPr/>
        </p:nvPicPr>
        <p:blipFill>
          <a:blip r:embed="rId2"/>
          <a:stretch>
            <a:fillRect/>
          </a:stretch>
        </p:blipFill>
        <p:spPr>
          <a:xfrm>
            <a:off x="6371711" y="1466207"/>
            <a:ext cx="5421012" cy="3915289"/>
          </a:xfrm>
          <a:prstGeom prst="rect">
            <a:avLst/>
          </a:prstGeom>
        </p:spPr>
      </p:pic>
    </p:spTree>
    <p:extLst>
      <p:ext uri="{BB962C8B-B14F-4D97-AF65-F5344CB8AC3E}">
        <p14:creationId xmlns:p14="http://schemas.microsoft.com/office/powerpoint/2010/main" val="101610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AAB5E-8A37-9411-76DE-804A660DD051}"/>
              </a:ext>
            </a:extLst>
          </p:cNvPr>
          <p:cNvSpPr>
            <a:spLocks noGrp="1"/>
          </p:cNvSpPr>
          <p:nvPr>
            <p:ph type="title"/>
          </p:nvPr>
        </p:nvSpPr>
        <p:spPr>
          <a:xfrm>
            <a:off x="838200" y="4721"/>
            <a:ext cx="10515600" cy="1253481"/>
          </a:xfrm>
        </p:spPr>
        <p:txBody>
          <a:bodyPr/>
          <a:lstStyle/>
          <a:p>
            <a:pPr algn="ctr"/>
            <a:r>
              <a:rPr lang="en-US">
                <a:ea typeface="+mj-lt"/>
                <a:cs typeface="+mj-lt"/>
              </a:rPr>
              <a:t>Nearest Centroid</a:t>
            </a:r>
            <a:endParaRPr lang="en-US"/>
          </a:p>
        </p:txBody>
      </p:sp>
      <p:sp>
        <p:nvSpPr>
          <p:cNvPr id="3" name="Content Placeholder 2">
            <a:extLst>
              <a:ext uri="{FF2B5EF4-FFF2-40B4-BE49-F238E27FC236}">
                <a16:creationId xmlns:a16="http://schemas.microsoft.com/office/drawing/2014/main" id="{9E44AF9B-94B0-2A6F-E457-C34E3ACF4A00}"/>
              </a:ext>
            </a:extLst>
          </p:cNvPr>
          <p:cNvSpPr>
            <a:spLocks noGrp="1"/>
          </p:cNvSpPr>
          <p:nvPr>
            <p:ph idx="1"/>
          </p:nvPr>
        </p:nvSpPr>
        <p:spPr>
          <a:xfrm>
            <a:off x="107092" y="1825625"/>
            <a:ext cx="5274276" cy="4351338"/>
          </a:xfrm>
        </p:spPr>
        <p:txBody>
          <a:bodyPr vert="horz" lIns="91440" tIns="45720" rIns="91440" bIns="45720" rtlCol="0" anchor="t">
            <a:normAutofit/>
          </a:bodyPr>
          <a:lstStyle/>
          <a:p>
            <a:pPr marL="0" indent="0">
              <a:buNone/>
            </a:pPr>
            <a:r>
              <a:rPr lang="en-US" dirty="0">
                <a:ea typeface="+mn-lt"/>
                <a:cs typeface="+mn-lt"/>
              </a:rPr>
              <a:t>The nearest centroid algorithm, also known as the nearest mean algorithm or the nearest prototype algorithm, is a simple and intuitive classification algorithm used in machine learning. It operates by assigning a new data point to the class whose centroid (mean) is closest to the data point in terms of Euclidean distance.</a:t>
            </a:r>
            <a:endParaRPr lang="en-US" dirty="0"/>
          </a:p>
        </p:txBody>
      </p:sp>
      <p:pic>
        <p:nvPicPr>
          <p:cNvPr id="4" name="Picture 3" descr="A diagram of a dotted line&#10;&#10;Description automatically generated">
            <a:extLst>
              <a:ext uri="{FF2B5EF4-FFF2-40B4-BE49-F238E27FC236}">
                <a16:creationId xmlns:a16="http://schemas.microsoft.com/office/drawing/2014/main" id="{5C7EF70D-06E0-7F8F-A890-49D57E28D5D8}"/>
              </a:ext>
            </a:extLst>
          </p:cNvPr>
          <p:cNvPicPr>
            <a:picLocks noChangeAspect="1"/>
          </p:cNvPicPr>
          <p:nvPr/>
        </p:nvPicPr>
        <p:blipFill>
          <a:blip r:embed="rId2"/>
          <a:stretch>
            <a:fillRect/>
          </a:stretch>
        </p:blipFill>
        <p:spPr>
          <a:xfrm>
            <a:off x="7241059" y="1711411"/>
            <a:ext cx="4114800" cy="4114800"/>
          </a:xfrm>
          <a:prstGeom prst="rect">
            <a:avLst/>
          </a:prstGeom>
        </p:spPr>
      </p:pic>
      <p:sp>
        <p:nvSpPr>
          <p:cNvPr id="5" name="TextBox 4">
            <a:extLst>
              <a:ext uri="{FF2B5EF4-FFF2-40B4-BE49-F238E27FC236}">
                <a16:creationId xmlns:a16="http://schemas.microsoft.com/office/drawing/2014/main" id="{E044D1E4-7772-E012-ED83-244659F4CFF6}"/>
              </a:ext>
            </a:extLst>
          </p:cNvPr>
          <p:cNvSpPr txBox="1"/>
          <p:nvPr/>
        </p:nvSpPr>
        <p:spPr>
          <a:xfrm>
            <a:off x="1588261" y="6304177"/>
            <a:ext cx="945319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hlinkClick r:id="rId3"/>
              </a:rPr>
              <a:t>https://scikit-learn.org/stable/modules/generated/sklearn.neighbors.NearestCentroid.html</a:t>
            </a:r>
            <a:endParaRPr lang="en-US"/>
          </a:p>
        </p:txBody>
      </p:sp>
    </p:spTree>
    <p:extLst>
      <p:ext uri="{BB962C8B-B14F-4D97-AF65-F5344CB8AC3E}">
        <p14:creationId xmlns:p14="http://schemas.microsoft.com/office/powerpoint/2010/main" val="453862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33730-B1A6-1C18-7B4D-F349B50C654C}"/>
              </a:ext>
            </a:extLst>
          </p:cNvPr>
          <p:cNvSpPr>
            <a:spLocks noGrp="1"/>
          </p:cNvSpPr>
          <p:nvPr>
            <p:ph type="title"/>
          </p:nvPr>
        </p:nvSpPr>
        <p:spPr/>
        <p:txBody>
          <a:bodyPr/>
          <a:lstStyle/>
          <a:p>
            <a:pPr algn="ctr"/>
            <a:r>
              <a:rPr lang="en-US">
                <a:ea typeface="+mj-lt"/>
                <a:cs typeface="+mj-lt"/>
              </a:rPr>
              <a:t>Gradient Boosting Machine (GBM)</a:t>
            </a:r>
            <a:endParaRPr lang="en-US"/>
          </a:p>
        </p:txBody>
      </p:sp>
      <p:sp>
        <p:nvSpPr>
          <p:cNvPr id="3" name="Content Placeholder 2">
            <a:extLst>
              <a:ext uri="{FF2B5EF4-FFF2-40B4-BE49-F238E27FC236}">
                <a16:creationId xmlns:a16="http://schemas.microsoft.com/office/drawing/2014/main" id="{76859E0F-FAFD-85B2-2537-859268A63725}"/>
              </a:ext>
            </a:extLst>
          </p:cNvPr>
          <p:cNvSpPr>
            <a:spLocks noGrp="1"/>
          </p:cNvSpPr>
          <p:nvPr>
            <p:ph idx="1"/>
          </p:nvPr>
        </p:nvSpPr>
        <p:spPr>
          <a:xfrm>
            <a:off x="24714" y="1825625"/>
            <a:ext cx="5593491" cy="4145392"/>
          </a:xfrm>
        </p:spPr>
        <p:txBody>
          <a:bodyPr>
            <a:normAutofit fontScale="77500" lnSpcReduction="20000"/>
          </a:bodyPr>
          <a:lstStyle/>
          <a:p>
            <a:r>
              <a:rPr lang="en-US"/>
              <a:t>Gradient boosting is a machine learning technique that builds an ensemble of weak learners, usually decision trees, in a sequential manner. It works by iteratively training new models to correct the errors of the previous models. Each new model focuses on the residuals (the differences between predicted and true values) of the ensemble, optimizing a loss function through gradient descent. The final prediction is made by combining the predictions of all the weak learners in the ensemble. This approach often leads to highly accurate predictive models, making gradient boosting popular for regression and classification tasks in various domains.</a:t>
            </a:r>
          </a:p>
        </p:txBody>
      </p:sp>
      <p:pic>
        <p:nvPicPr>
          <p:cNvPr id="4" name="Picture 3" descr="A diagram of a tree&#10;&#10;Description automatically generated">
            <a:extLst>
              <a:ext uri="{FF2B5EF4-FFF2-40B4-BE49-F238E27FC236}">
                <a16:creationId xmlns:a16="http://schemas.microsoft.com/office/drawing/2014/main" id="{A6DA5A62-72AA-3993-4663-8768DFCB8108}"/>
              </a:ext>
            </a:extLst>
          </p:cNvPr>
          <p:cNvPicPr>
            <a:picLocks noChangeAspect="1"/>
          </p:cNvPicPr>
          <p:nvPr/>
        </p:nvPicPr>
        <p:blipFill>
          <a:blip r:embed="rId2"/>
          <a:stretch>
            <a:fillRect/>
          </a:stretch>
        </p:blipFill>
        <p:spPr>
          <a:xfrm>
            <a:off x="5865727" y="1710767"/>
            <a:ext cx="5876925" cy="3209925"/>
          </a:xfrm>
          <a:prstGeom prst="rect">
            <a:avLst/>
          </a:prstGeom>
        </p:spPr>
      </p:pic>
      <p:sp>
        <p:nvSpPr>
          <p:cNvPr id="6" name="TextBox 5">
            <a:extLst>
              <a:ext uri="{FF2B5EF4-FFF2-40B4-BE49-F238E27FC236}">
                <a16:creationId xmlns:a16="http://schemas.microsoft.com/office/drawing/2014/main" id="{031CC8F2-27D6-C1B0-421D-94A54EE6F3C5}"/>
              </a:ext>
            </a:extLst>
          </p:cNvPr>
          <p:cNvSpPr txBox="1"/>
          <p:nvPr/>
        </p:nvSpPr>
        <p:spPr>
          <a:xfrm>
            <a:off x="5644438" y="5962090"/>
            <a:ext cx="5216828" cy="439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TextBox 7">
            <a:extLst>
              <a:ext uri="{FF2B5EF4-FFF2-40B4-BE49-F238E27FC236}">
                <a16:creationId xmlns:a16="http://schemas.microsoft.com/office/drawing/2014/main" id="{5CFAA603-43DC-4258-8A9F-D96F8D487F4F}"/>
              </a:ext>
            </a:extLst>
          </p:cNvPr>
          <p:cNvSpPr txBox="1"/>
          <p:nvPr/>
        </p:nvSpPr>
        <p:spPr>
          <a:xfrm>
            <a:off x="1001826" y="6187764"/>
            <a:ext cx="806388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 https://scikit-learn.org/stable/modules/ensemble.html#gradient-boosting</a:t>
            </a:r>
            <a:endParaRPr lang="en-US"/>
          </a:p>
        </p:txBody>
      </p:sp>
    </p:spTree>
    <p:extLst>
      <p:ext uri="{BB962C8B-B14F-4D97-AF65-F5344CB8AC3E}">
        <p14:creationId xmlns:p14="http://schemas.microsoft.com/office/powerpoint/2010/main" val="3174932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4D9B6-C27C-10EC-1896-F654AED80F44}"/>
              </a:ext>
            </a:extLst>
          </p:cNvPr>
          <p:cNvSpPr>
            <a:spLocks noGrp="1"/>
          </p:cNvSpPr>
          <p:nvPr>
            <p:ph type="title"/>
          </p:nvPr>
        </p:nvSpPr>
        <p:spPr>
          <a:xfrm>
            <a:off x="838200" y="4720"/>
            <a:ext cx="10515600" cy="1037238"/>
          </a:xfrm>
        </p:spPr>
        <p:txBody>
          <a:bodyPr/>
          <a:lstStyle/>
          <a:p>
            <a:pPr algn="ctr"/>
            <a:r>
              <a:rPr lang="en-US"/>
              <a:t>Testing Process</a:t>
            </a:r>
          </a:p>
        </p:txBody>
      </p:sp>
      <p:sp>
        <p:nvSpPr>
          <p:cNvPr id="3" name="Content Placeholder 2">
            <a:extLst>
              <a:ext uri="{FF2B5EF4-FFF2-40B4-BE49-F238E27FC236}">
                <a16:creationId xmlns:a16="http://schemas.microsoft.com/office/drawing/2014/main" id="{34099FA5-2C07-4390-636C-2FEF0613E81A}"/>
              </a:ext>
            </a:extLst>
          </p:cNvPr>
          <p:cNvSpPr>
            <a:spLocks noGrp="1"/>
          </p:cNvSpPr>
          <p:nvPr>
            <p:ph idx="1"/>
          </p:nvPr>
        </p:nvSpPr>
        <p:spPr>
          <a:xfrm>
            <a:off x="4119" y="1454923"/>
            <a:ext cx="12173465" cy="4063013"/>
          </a:xfrm>
        </p:spPr>
        <p:txBody>
          <a:bodyPr vert="horz" lIns="91440" tIns="45720" rIns="91440" bIns="45720" rtlCol="0" anchor="t">
            <a:normAutofit fontScale="62500" lnSpcReduction="20000"/>
          </a:bodyPr>
          <a:lstStyle/>
          <a:p>
            <a:pPr>
              <a:buFont typeface="Wingdings" panose="020B0604020202020204" pitchFamily="34" charset="0"/>
              <a:buChar char="ü"/>
            </a:pPr>
            <a:r>
              <a:rPr lang="en-US"/>
              <a:t>Evaluate the model’s performance using a separate testing set that was not used during training.</a:t>
            </a:r>
          </a:p>
          <a:p>
            <a:pPr>
              <a:buFont typeface="Wingdings" panose="020B0604020202020204" pitchFamily="34" charset="0"/>
              <a:buChar char="ü"/>
            </a:pPr>
            <a:r>
              <a:rPr lang="en-US" dirty="0"/>
              <a:t>Ensure that the model generalizes well to unseen data, avoiding overfitting.</a:t>
            </a:r>
          </a:p>
          <a:p>
            <a:pPr marL="0" indent="0">
              <a:buNone/>
            </a:pPr>
            <a:endParaRPr lang="en-US" dirty="0">
              <a:ea typeface="+mn-lt"/>
              <a:cs typeface="+mn-lt"/>
            </a:endParaRPr>
          </a:p>
          <a:p>
            <a:pPr marL="0" indent="0">
              <a:buNone/>
            </a:pPr>
            <a:r>
              <a:rPr lang="en-US" dirty="0">
                <a:ea typeface="+mn-lt"/>
                <a:cs typeface="+mn-lt"/>
              </a:rPr>
              <a:t>•  Metrics Used for Evaluation :</a:t>
            </a:r>
            <a:endParaRPr lang="en-US" dirty="0"/>
          </a:p>
          <a:p>
            <a:pPr>
              <a:buFont typeface="Wingdings" panose="020B0604020202020204" pitchFamily="34" charset="0"/>
              <a:buChar char="ü"/>
            </a:pPr>
            <a:r>
              <a:rPr lang="en-US" dirty="0">
                <a:ea typeface="+mn-lt"/>
                <a:cs typeface="+mn-lt"/>
              </a:rPr>
              <a:t>Accuracy: Proportion of correct predictions over total predictions.</a:t>
            </a:r>
            <a:endParaRPr lang="en-US" dirty="0"/>
          </a:p>
          <a:p>
            <a:pPr>
              <a:buFont typeface="Wingdings" panose="020B0604020202020204" pitchFamily="34" charset="0"/>
              <a:buChar char="ü"/>
            </a:pPr>
            <a:r>
              <a:rPr lang="en-US" dirty="0">
                <a:ea typeface="+mn-lt"/>
                <a:cs typeface="+mn-lt"/>
              </a:rPr>
              <a:t>Precision: Proportion of true positive predictions over total positive predictions.</a:t>
            </a:r>
            <a:endParaRPr lang="en-US" dirty="0"/>
          </a:p>
          <a:p>
            <a:pPr>
              <a:buFont typeface="Wingdings" panose="020B0604020202020204" pitchFamily="34" charset="0"/>
              <a:buChar char="ü"/>
            </a:pPr>
            <a:r>
              <a:rPr lang="en-US" dirty="0">
                <a:ea typeface="+mn-lt"/>
                <a:cs typeface="+mn-lt"/>
              </a:rPr>
              <a:t>Recall: Proportion of true positive predictions over total actual positives.</a:t>
            </a:r>
            <a:endParaRPr lang="en-US" dirty="0"/>
          </a:p>
          <a:p>
            <a:pPr>
              <a:buFont typeface="Wingdings" panose="020B0604020202020204" pitchFamily="34" charset="0"/>
              <a:buChar char="ü"/>
            </a:pPr>
            <a:r>
              <a:rPr lang="en-US">
                <a:ea typeface="+mn-lt"/>
                <a:cs typeface="+mn-lt"/>
              </a:rPr>
              <a:t>F1-Score: Harmonic mean of precision and recall, providing a balance between them.</a:t>
            </a:r>
            <a:endParaRPr lang="en-US"/>
          </a:p>
          <a:p>
            <a:pPr marL="0" indent="0">
              <a:buNone/>
            </a:pPr>
            <a:endParaRPr lang="en-US" dirty="0">
              <a:ea typeface="+mn-lt"/>
              <a:cs typeface="+mn-lt"/>
            </a:endParaRPr>
          </a:p>
          <a:p>
            <a:pPr marL="0" indent="0">
              <a:buNone/>
            </a:pPr>
            <a:r>
              <a:rPr lang="en-US" dirty="0">
                <a:ea typeface="+mn-lt"/>
                <a:cs typeface="+mn-lt"/>
              </a:rPr>
              <a:t>• Tools :</a:t>
            </a:r>
            <a:endParaRPr lang="en-US" dirty="0"/>
          </a:p>
          <a:p>
            <a:pPr>
              <a:buFont typeface="Wingdings" panose="020B0604020202020204" pitchFamily="34" charset="0"/>
              <a:buChar char="ü"/>
            </a:pPr>
            <a:r>
              <a:rPr lang="en-US" dirty="0">
                <a:ea typeface="+mn-lt"/>
                <a:cs typeface="+mn-lt"/>
              </a:rPr>
              <a:t> Scikit-learn: Used for implementing KNN, nearest centroid, and GBM algorithms.</a:t>
            </a:r>
            <a:endParaRPr lang="en-US" dirty="0"/>
          </a:p>
          <a:p>
            <a:pPr>
              <a:buFont typeface="Wingdings" panose="020B0604020202020204" pitchFamily="34" charset="0"/>
              <a:buChar char="ü"/>
            </a:pPr>
            <a:r>
              <a:rPr lang="en-US" dirty="0">
                <a:ea typeface="+mn-lt"/>
                <a:cs typeface="+mn-lt"/>
              </a:rPr>
              <a:t> TensorFlow / </a:t>
            </a:r>
            <a:r>
              <a:rPr lang="en-US" err="1">
                <a:ea typeface="+mn-lt"/>
                <a:cs typeface="+mn-lt"/>
              </a:rPr>
              <a:t>Keras</a:t>
            </a:r>
            <a:r>
              <a:rPr lang="en-US" dirty="0">
                <a:ea typeface="+mn-lt"/>
                <a:cs typeface="+mn-lt"/>
              </a:rPr>
              <a:t>: Used for implementing neural networks, deep neural networks, and deep learning models.</a:t>
            </a:r>
            <a:endParaRPr lang="en-US" dirty="0"/>
          </a:p>
          <a:p>
            <a:pPr>
              <a:buFont typeface="Wingdings" panose="020B0604020202020204" pitchFamily="34" charset="0"/>
              <a:buChar char="ü"/>
            </a:pPr>
            <a:endParaRPr lang="en-US" dirty="0"/>
          </a:p>
        </p:txBody>
      </p:sp>
    </p:spTree>
    <p:extLst>
      <p:ext uri="{BB962C8B-B14F-4D97-AF65-F5344CB8AC3E}">
        <p14:creationId xmlns:p14="http://schemas.microsoft.com/office/powerpoint/2010/main" val="4248964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8EA54-C8CC-A475-C735-ED0A741017B3}"/>
              </a:ext>
            </a:extLst>
          </p:cNvPr>
          <p:cNvSpPr>
            <a:spLocks noGrp="1"/>
          </p:cNvSpPr>
          <p:nvPr>
            <p:ph type="title"/>
          </p:nvPr>
        </p:nvSpPr>
        <p:spPr/>
        <p:txBody>
          <a:bodyPr/>
          <a:lstStyle/>
          <a:p>
            <a:r>
              <a:rPr lang="en-US" dirty="0"/>
              <a:t>Accuracy and Precision Of Each Model</a:t>
            </a:r>
          </a:p>
        </p:txBody>
      </p:sp>
      <p:pic>
        <p:nvPicPr>
          <p:cNvPr id="4" name="Content Placeholder 3" descr="A screenshot of a computer&#10;&#10;Description automatically generated">
            <a:extLst>
              <a:ext uri="{FF2B5EF4-FFF2-40B4-BE49-F238E27FC236}">
                <a16:creationId xmlns:a16="http://schemas.microsoft.com/office/drawing/2014/main" id="{2748777F-42E5-D94E-F109-9AEA05226AA6}"/>
              </a:ext>
            </a:extLst>
          </p:cNvPr>
          <p:cNvPicPr>
            <a:picLocks noGrp="1" noChangeAspect="1"/>
          </p:cNvPicPr>
          <p:nvPr>
            <p:ph idx="1"/>
          </p:nvPr>
        </p:nvPicPr>
        <p:blipFill>
          <a:blip r:embed="rId2"/>
          <a:stretch>
            <a:fillRect/>
          </a:stretch>
        </p:blipFill>
        <p:spPr>
          <a:xfrm>
            <a:off x="7445764" y="1552597"/>
            <a:ext cx="3231715" cy="4114800"/>
          </a:xfrm>
        </p:spPr>
      </p:pic>
      <p:pic>
        <p:nvPicPr>
          <p:cNvPr id="5" name="Picture 4" descr="A black and white text with numbers&#10;&#10;Description automatically generated">
            <a:extLst>
              <a:ext uri="{FF2B5EF4-FFF2-40B4-BE49-F238E27FC236}">
                <a16:creationId xmlns:a16="http://schemas.microsoft.com/office/drawing/2014/main" id="{70F93DE0-0AE7-02B8-EE4C-2C70BA73FC12}"/>
              </a:ext>
            </a:extLst>
          </p:cNvPr>
          <p:cNvPicPr>
            <a:picLocks noChangeAspect="1"/>
          </p:cNvPicPr>
          <p:nvPr/>
        </p:nvPicPr>
        <p:blipFill>
          <a:blip r:embed="rId3"/>
          <a:stretch>
            <a:fillRect/>
          </a:stretch>
        </p:blipFill>
        <p:spPr>
          <a:xfrm>
            <a:off x="263399" y="1557745"/>
            <a:ext cx="3592838" cy="4114800"/>
          </a:xfrm>
          <a:prstGeom prst="rect">
            <a:avLst/>
          </a:prstGeom>
        </p:spPr>
      </p:pic>
      <p:sp>
        <p:nvSpPr>
          <p:cNvPr id="7" name="TextBox 6">
            <a:extLst>
              <a:ext uri="{FF2B5EF4-FFF2-40B4-BE49-F238E27FC236}">
                <a16:creationId xmlns:a16="http://schemas.microsoft.com/office/drawing/2014/main" id="{8CE29A3F-6060-EE59-DC58-1895951A216A}"/>
              </a:ext>
            </a:extLst>
          </p:cNvPr>
          <p:cNvSpPr txBox="1"/>
          <p:nvPr/>
        </p:nvSpPr>
        <p:spPr>
          <a:xfrm>
            <a:off x="2370175" y="5937655"/>
            <a:ext cx="64141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GBM  has the best accuracy so we will train our dataset on it.</a:t>
            </a:r>
          </a:p>
        </p:txBody>
      </p:sp>
    </p:spTree>
    <p:extLst>
      <p:ext uri="{BB962C8B-B14F-4D97-AF65-F5344CB8AC3E}">
        <p14:creationId xmlns:p14="http://schemas.microsoft.com/office/powerpoint/2010/main" val="1103258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7E105-7383-B932-3DC1-694BA2C42D29}"/>
              </a:ext>
            </a:extLst>
          </p:cNvPr>
          <p:cNvSpPr>
            <a:spLocks noGrp="1"/>
          </p:cNvSpPr>
          <p:nvPr>
            <p:ph type="title"/>
          </p:nvPr>
        </p:nvSpPr>
        <p:spPr/>
        <p:txBody>
          <a:bodyPr/>
          <a:lstStyle/>
          <a:p>
            <a:pPr algn="ctr"/>
            <a:r>
              <a:rPr lang="en-US" dirty="0">
                <a:ea typeface="+mj-lt"/>
                <a:cs typeface="+mj-lt"/>
              </a:rPr>
              <a:t>Counterfactual Generation</a:t>
            </a:r>
            <a:endParaRPr lang="en-US" dirty="0"/>
          </a:p>
        </p:txBody>
      </p:sp>
      <p:sp>
        <p:nvSpPr>
          <p:cNvPr id="3" name="Content Placeholder 2">
            <a:extLst>
              <a:ext uri="{FF2B5EF4-FFF2-40B4-BE49-F238E27FC236}">
                <a16:creationId xmlns:a16="http://schemas.microsoft.com/office/drawing/2014/main" id="{6B4C638F-109C-BB0A-E8DF-135486EE0819}"/>
              </a:ext>
            </a:extLst>
          </p:cNvPr>
          <p:cNvSpPr>
            <a:spLocks noGrp="1"/>
          </p:cNvSpPr>
          <p:nvPr>
            <p:ph idx="1"/>
          </p:nvPr>
        </p:nvSpPr>
        <p:spPr/>
        <p:txBody>
          <a:bodyPr vert="horz" lIns="91440" tIns="45720" rIns="91440" bIns="45720" rtlCol="0" anchor="t">
            <a:normAutofit fontScale="92500" lnSpcReduction="20000"/>
          </a:bodyPr>
          <a:lstStyle/>
          <a:p>
            <a:pPr algn="ctr">
              <a:buNone/>
            </a:pPr>
            <a:r>
              <a:rPr lang="en-US" sz="2000" dirty="0">
                <a:ea typeface="+mn-lt"/>
                <a:cs typeface="+mn-lt"/>
              </a:rPr>
              <a:t>Counterfactuals are alternative scenarios created by changing certain input features to see how those changes would affect the model's prediction.</a:t>
            </a:r>
            <a:endParaRPr lang="en-US" sz="2000" dirty="0"/>
          </a:p>
          <a:p>
            <a:pPr algn="ctr">
              <a:buNone/>
            </a:pPr>
            <a:endParaRPr lang="en-US" sz="2000" dirty="0">
              <a:ea typeface="+mn-lt"/>
              <a:cs typeface="+mn-lt"/>
            </a:endParaRPr>
          </a:p>
          <a:p>
            <a:pPr>
              <a:buNone/>
            </a:pPr>
            <a:r>
              <a:rPr lang="en-US" sz="2000" b="1" dirty="0">
                <a:ea typeface="+mn-lt"/>
                <a:cs typeface="+mn-lt"/>
              </a:rPr>
              <a:t>Purpose of Counterfactual:</a:t>
            </a:r>
            <a:endParaRPr lang="en-US" b="1" dirty="0"/>
          </a:p>
          <a:p>
            <a:pPr marL="342900" indent="-342900"/>
            <a:r>
              <a:rPr lang="en-US" sz="2000" dirty="0">
                <a:ea typeface="+mn-lt"/>
                <a:cs typeface="+mn-lt"/>
              </a:rPr>
              <a:t>To understand and interpret the model's decision-making process.</a:t>
            </a:r>
            <a:endParaRPr lang="en-US" dirty="0"/>
          </a:p>
          <a:p>
            <a:pPr marL="342900" indent="-342900"/>
            <a:r>
              <a:rPr lang="en-US" sz="2000" dirty="0">
                <a:ea typeface="+mn-lt"/>
                <a:cs typeface="+mn-lt"/>
              </a:rPr>
              <a:t>To identify how changing input features can alter the output class.</a:t>
            </a:r>
          </a:p>
          <a:p>
            <a:pPr marL="0" indent="0">
              <a:buNone/>
            </a:pPr>
            <a:endParaRPr lang="en-US" sz="2000" dirty="0"/>
          </a:p>
          <a:p>
            <a:pPr marL="0" indent="0">
              <a:buNone/>
            </a:pPr>
            <a:r>
              <a:rPr lang="en-US" sz="2000" b="1" dirty="0"/>
              <a:t>DICE:</a:t>
            </a:r>
          </a:p>
          <a:p>
            <a:pPr marL="342900" indent="-342900"/>
            <a:r>
              <a:rPr lang="en-US" sz="2000" dirty="0">
                <a:ea typeface="+mn-lt"/>
                <a:cs typeface="+mn-lt"/>
              </a:rPr>
              <a:t>DICE stands for Diverse Counterfactual Explanations.</a:t>
            </a:r>
            <a:endParaRPr lang="en-US" dirty="0"/>
          </a:p>
          <a:p>
            <a:pPr marL="342900" indent="-342900"/>
            <a:r>
              <a:rPr lang="en-US" sz="2000" dirty="0">
                <a:ea typeface="+mn-lt"/>
                <a:cs typeface="+mn-lt"/>
              </a:rPr>
              <a:t>It generates diverse and plausible counterfactual examples to explain model predictions.</a:t>
            </a:r>
            <a:endParaRPr lang="en-US" dirty="0"/>
          </a:p>
          <a:p>
            <a:pPr marL="342900" indent="-342900"/>
            <a:endParaRPr lang="en-US" sz="2000" dirty="0">
              <a:ea typeface="+mn-lt"/>
              <a:cs typeface="+mn-lt"/>
            </a:endParaRPr>
          </a:p>
          <a:p>
            <a:pPr algn="ctr">
              <a:buNone/>
            </a:pPr>
            <a:r>
              <a:rPr lang="en-US" sz="2000" dirty="0">
                <a:ea typeface="+mn-lt"/>
                <a:cs typeface="+mn-lt"/>
              </a:rPr>
              <a:t>We Used the best model (GBM) to generate counterfactuals for each class.</a:t>
            </a:r>
            <a:endParaRPr lang="en-US" dirty="0"/>
          </a:p>
          <a:p>
            <a:pPr algn="ctr">
              <a:buNone/>
            </a:pPr>
            <a:r>
              <a:rPr lang="en-US" sz="2000" dirty="0">
                <a:ea typeface="+mn-lt"/>
                <a:cs typeface="+mn-lt"/>
              </a:rPr>
              <a:t>Ensuring diversity and feasibility of generated counterfactuals.</a:t>
            </a:r>
            <a:endParaRPr lang="en-US" dirty="0"/>
          </a:p>
          <a:p>
            <a:pPr marL="0" indent="0" algn="ctr">
              <a:buNone/>
            </a:pPr>
            <a:endParaRPr lang="en-US" sz="2000" dirty="0"/>
          </a:p>
          <a:p>
            <a:pPr marL="342900" indent="-342900"/>
            <a:endParaRPr lang="en-US" sz="2000" dirty="0"/>
          </a:p>
        </p:txBody>
      </p:sp>
    </p:spTree>
    <p:extLst>
      <p:ext uri="{BB962C8B-B14F-4D97-AF65-F5344CB8AC3E}">
        <p14:creationId xmlns:p14="http://schemas.microsoft.com/office/powerpoint/2010/main" val="562260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22514-2035-6D5E-13CB-5F53378DA660}"/>
              </a:ext>
            </a:extLst>
          </p:cNvPr>
          <p:cNvSpPr>
            <a:spLocks noGrp="1"/>
          </p:cNvSpPr>
          <p:nvPr>
            <p:ph type="title"/>
          </p:nvPr>
        </p:nvSpPr>
        <p:spPr/>
        <p:txBody>
          <a:bodyPr/>
          <a:lstStyle/>
          <a:p>
            <a:pPr algn="ctr"/>
            <a:r>
              <a:rPr lang="en-US" dirty="0">
                <a:ea typeface="+mj-lt"/>
                <a:cs typeface="+mj-lt"/>
              </a:rPr>
              <a:t>Pre-Processing Counterfactual Data</a:t>
            </a:r>
            <a:endParaRPr lang="en-US" dirty="0"/>
          </a:p>
        </p:txBody>
      </p:sp>
      <p:sp>
        <p:nvSpPr>
          <p:cNvPr id="3" name="Content Placeholder 2">
            <a:extLst>
              <a:ext uri="{FF2B5EF4-FFF2-40B4-BE49-F238E27FC236}">
                <a16:creationId xmlns:a16="http://schemas.microsoft.com/office/drawing/2014/main" id="{5227822F-9739-AEC9-8633-B217BF2A0964}"/>
              </a:ext>
            </a:extLst>
          </p:cNvPr>
          <p:cNvSpPr>
            <a:spLocks noGrp="1"/>
          </p:cNvSpPr>
          <p:nvPr>
            <p:ph idx="1"/>
          </p:nvPr>
        </p:nvSpPr>
        <p:spPr/>
        <p:txBody>
          <a:bodyPr vert="horz" lIns="91440" tIns="45720" rIns="91440" bIns="45720" rtlCol="0" anchor="t">
            <a:normAutofit fontScale="62500" lnSpcReduction="20000"/>
          </a:bodyPr>
          <a:lstStyle/>
          <a:p>
            <a:pPr>
              <a:buNone/>
            </a:pPr>
            <a:r>
              <a:rPr lang="en-US" b="1" dirty="0">
                <a:ea typeface="+mn-lt"/>
                <a:cs typeface="+mn-lt"/>
              </a:rPr>
              <a:t>Steps Involved:</a:t>
            </a:r>
            <a:endParaRPr lang="en-US" b="1" dirty="0"/>
          </a:p>
          <a:p>
            <a:pPr>
              <a:buNone/>
            </a:pPr>
            <a:endParaRPr lang="en-US"/>
          </a:p>
          <a:p>
            <a:pPr marL="457200" indent="-457200"/>
            <a:r>
              <a:rPr lang="en-US" dirty="0">
                <a:ea typeface="+mn-lt"/>
                <a:cs typeface="+mn-lt"/>
              </a:rPr>
              <a:t>Cleaning: Remove any inconsistencies or errors in the counterfactual data.</a:t>
            </a:r>
            <a:endParaRPr lang="en-US" dirty="0"/>
          </a:p>
          <a:p>
            <a:pPr marL="457200" indent="-457200"/>
            <a:r>
              <a:rPr lang="en-US" dirty="0">
                <a:ea typeface="+mn-lt"/>
                <a:cs typeface="+mn-lt"/>
              </a:rPr>
              <a:t>Normalization: Ensure all data is on a similar scale to improve model performance.</a:t>
            </a:r>
            <a:endParaRPr lang="en-US" dirty="0"/>
          </a:p>
          <a:p>
            <a:pPr marL="457200" indent="-457200"/>
            <a:r>
              <a:rPr lang="en-US" dirty="0">
                <a:ea typeface="+mn-lt"/>
                <a:cs typeface="+mn-lt"/>
              </a:rPr>
              <a:t>Feature Engineering: Create or modify features to better capture patterns in the data.</a:t>
            </a:r>
            <a:endParaRPr lang="en-US" dirty="0"/>
          </a:p>
          <a:p>
            <a:pPr marL="457200" indent="-457200"/>
            <a:r>
              <a:rPr lang="en-US" dirty="0">
                <a:ea typeface="+mn-lt"/>
                <a:cs typeface="+mn-lt"/>
              </a:rPr>
              <a:t>Balancing Classes: Ensure that each class is adequately represented to prevent model bias.</a:t>
            </a:r>
            <a:endParaRPr lang="en-US" dirty="0"/>
          </a:p>
          <a:p>
            <a:pPr marL="457200" indent="-457200"/>
            <a:endParaRPr lang="en-US" dirty="0">
              <a:ea typeface="+mn-lt"/>
              <a:cs typeface="+mn-lt"/>
            </a:endParaRPr>
          </a:p>
          <a:p>
            <a:pPr>
              <a:buNone/>
            </a:pPr>
            <a:r>
              <a:rPr lang="en-US" b="1" dirty="0">
                <a:ea typeface="+mn-lt"/>
                <a:cs typeface="+mn-lt"/>
              </a:rPr>
              <a:t>Tools and Techniques:</a:t>
            </a:r>
            <a:endParaRPr lang="en-US" b="1" dirty="0"/>
          </a:p>
          <a:p>
            <a:pPr>
              <a:buNone/>
            </a:pPr>
            <a:endParaRPr lang="en-US"/>
          </a:p>
          <a:p>
            <a:pPr marL="457200" indent="-457200"/>
            <a:r>
              <a:rPr lang="en-US" dirty="0">
                <a:ea typeface="+mn-lt"/>
                <a:cs typeface="+mn-lt"/>
              </a:rPr>
              <a:t>Use Python libraries such as Pandas for data manipulation.</a:t>
            </a:r>
            <a:endParaRPr lang="en-US" dirty="0"/>
          </a:p>
          <a:p>
            <a:pPr marL="457200" indent="-457200"/>
            <a:r>
              <a:rPr lang="en-US" dirty="0">
                <a:ea typeface="+mn-lt"/>
                <a:cs typeface="+mn-lt"/>
              </a:rPr>
              <a:t>Apply scaling methods like Min-Max Scaler or Standard Scaler from scikit-learn.</a:t>
            </a:r>
            <a:endParaRPr lang="en-US" dirty="0"/>
          </a:p>
          <a:p>
            <a:pPr marL="457200" indent="-457200"/>
            <a:r>
              <a:rPr lang="en-US" dirty="0">
                <a:ea typeface="+mn-lt"/>
                <a:cs typeface="+mn-lt"/>
              </a:rPr>
              <a:t>Techniques like SMOTE (Synthetic Minority Over-sampling Technique) for balancing classes.</a:t>
            </a:r>
            <a:endParaRPr lang="en-US" dirty="0"/>
          </a:p>
          <a:p>
            <a:pPr marL="0" indent="0">
              <a:buNone/>
            </a:pPr>
            <a:endParaRPr lang="en-US" dirty="0"/>
          </a:p>
        </p:txBody>
      </p:sp>
    </p:spTree>
    <p:extLst>
      <p:ext uri="{BB962C8B-B14F-4D97-AF65-F5344CB8AC3E}">
        <p14:creationId xmlns:p14="http://schemas.microsoft.com/office/powerpoint/2010/main" val="441233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3A330-5282-BF44-8917-EF5B4D10578B}"/>
              </a:ext>
            </a:extLst>
          </p:cNvPr>
          <p:cNvSpPr>
            <a:spLocks noGrp="1"/>
          </p:cNvSpPr>
          <p:nvPr>
            <p:ph type="title"/>
          </p:nvPr>
        </p:nvSpPr>
        <p:spPr>
          <a:xfrm>
            <a:off x="838200" y="365125"/>
            <a:ext cx="10515600" cy="975455"/>
          </a:xfrm>
        </p:spPr>
        <p:txBody>
          <a:bodyPr/>
          <a:lstStyle/>
          <a:p>
            <a:r>
              <a:rPr lang="en-US" dirty="0">
                <a:ea typeface="+mj-lt"/>
                <a:cs typeface="+mj-lt"/>
              </a:rPr>
              <a:t>Creating a New Dataset of Counterfactuals</a:t>
            </a:r>
            <a:endParaRPr lang="en-US" dirty="0"/>
          </a:p>
        </p:txBody>
      </p:sp>
      <p:sp>
        <p:nvSpPr>
          <p:cNvPr id="3" name="Content Placeholder 2">
            <a:extLst>
              <a:ext uri="{FF2B5EF4-FFF2-40B4-BE49-F238E27FC236}">
                <a16:creationId xmlns:a16="http://schemas.microsoft.com/office/drawing/2014/main" id="{E0F53DEB-0B57-4117-8D15-21744C354F5A}"/>
              </a:ext>
            </a:extLst>
          </p:cNvPr>
          <p:cNvSpPr>
            <a:spLocks noGrp="1"/>
          </p:cNvSpPr>
          <p:nvPr>
            <p:ph idx="1"/>
          </p:nvPr>
        </p:nvSpPr>
        <p:spPr>
          <a:xfrm>
            <a:off x="467498" y="1341653"/>
            <a:ext cx="10886302" cy="5154527"/>
          </a:xfrm>
        </p:spPr>
        <p:txBody>
          <a:bodyPr vert="horz" lIns="91440" tIns="45720" rIns="91440" bIns="45720" rtlCol="0" anchor="t">
            <a:normAutofit fontScale="55000" lnSpcReduction="20000"/>
          </a:bodyPr>
          <a:lstStyle/>
          <a:p>
            <a:pPr>
              <a:buNone/>
            </a:pPr>
            <a:r>
              <a:rPr lang="en-US" b="1" dirty="0">
                <a:ea typeface="+mn-lt"/>
                <a:cs typeface="+mn-lt"/>
              </a:rPr>
              <a:t>Process Overview:</a:t>
            </a:r>
            <a:endParaRPr lang="en-US" b="1" dirty="0"/>
          </a:p>
          <a:p>
            <a:pPr>
              <a:buNone/>
            </a:pPr>
            <a:endParaRPr lang="en-US"/>
          </a:p>
          <a:p>
            <a:pPr marL="457200" indent="-457200"/>
            <a:r>
              <a:rPr lang="en-US" dirty="0">
                <a:ea typeface="+mn-lt"/>
                <a:cs typeface="+mn-lt"/>
              </a:rPr>
              <a:t>Generate Counterfactuals: Use DICE to generate diverse and feasible counterfactuals.</a:t>
            </a:r>
            <a:endParaRPr lang="en-US" dirty="0"/>
          </a:p>
          <a:p>
            <a:pPr marL="457200" indent="-457200"/>
            <a:r>
              <a:rPr lang="en-US" dirty="0">
                <a:ea typeface="+mn-lt"/>
                <a:cs typeface="+mn-lt"/>
              </a:rPr>
              <a:t>Aggregate Data: Combine the original data with the new counterfactual examples.</a:t>
            </a:r>
            <a:endParaRPr lang="en-US" dirty="0"/>
          </a:p>
          <a:p>
            <a:pPr marL="457200" indent="-457200"/>
            <a:r>
              <a:rPr lang="en-US" dirty="0">
                <a:ea typeface="+mn-lt"/>
                <a:cs typeface="+mn-lt"/>
              </a:rPr>
              <a:t>Save as CSV: Store the combined dataset in a CSV file for easy access and processing.</a:t>
            </a:r>
            <a:endParaRPr lang="en-US" dirty="0"/>
          </a:p>
          <a:p>
            <a:pPr marL="0" indent="0">
              <a:buNone/>
            </a:pPr>
            <a:endParaRPr lang="en-US" dirty="0">
              <a:ea typeface="+mn-lt"/>
              <a:cs typeface="+mn-lt"/>
            </a:endParaRPr>
          </a:p>
          <a:p>
            <a:pPr>
              <a:buNone/>
            </a:pPr>
            <a:r>
              <a:rPr lang="en-US" b="1" dirty="0">
                <a:ea typeface="+mn-lt"/>
                <a:cs typeface="+mn-lt"/>
              </a:rPr>
              <a:t>Steps in Detail:</a:t>
            </a:r>
            <a:endParaRPr lang="en-US" b="1" dirty="0"/>
          </a:p>
          <a:p>
            <a:pPr>
              <a:buNone/>
            </a:pPr>
            <a:endParaRPr lang="en-US" b="1" dirty="0"/>
          </a:p>
          <a:p>
            <a:pPr marL="457200" indent="-457200"/>
            <a:r>
              <a:rPr lang="en-US" dirty="0">
                <a:ea typeface="+mn-lt"/>
                <a:cs typeface="+mn-lt"/>
              </a:rPr>
              <a:t>Counterfactual Generation: Generate multiple counterfactuals for each data point.</a:t>
            </a:r>
            <a:endParaRPr lang="en-US" dirty="0"/>
          </a:p>
          <a:p>
            <a:pPr marL="457200" indent="-457200"/>
            <a:r>
              <a:rPr lang="en-US" dirty="0">
                <a:ea typeface="+mn-lt"/>
                <a:cs typeface="+mn-lt"/>
              </a:rPr>
              <a:t>Data Integration: Merge the counterfactuals with the original dataset, ensuring each counterfactual is labeled appropriately.</a:t>
            </a:r>
            <a:endParaRPr lang="en-US" dirty="0"/>
          </a:p>
          <a:p>
            <a:pPr marL="457200" indent="-457200"/>
            <a:r>
              <a:rPr lang="en-US" dirty="0">
                <a:ea typeface="+mn-lt"/>
                <a:cs typeface="+mn-lt"/>
              </a:rPr>
              <a:t>CSV Creation: Export the integrated dataset into a CSV file, preserving data integrity and format.</a:t>
            </a:r>
            <a:endParaRPr lang="en-US" dirty="0"/>
          </a:p>
          <a:p>
            <a:pPr marL="457200" indent="-457200"/>
            <a:endParaRPr lang="en-US" dirty="0">
              <a:ea typeface="+mn-lt"/>
              <a:cs typeface="+mn-lt"/>
            </a:endParaRPr>
          </a:p>
          <a:p>
            <a:pPr marL="0" indent="0">
              <a:buNone/>
            </a:pPr>
            <a:r>
              <a:rPr lang="en-US" b="1" dirty="0">
                <a:ea typeface="+mn-lt"/>
                <a:cs typeface="+mn-lt"/>
              </a:rPr>
              <a:t>Benefits:</a:t>
            </a:r>
            <a:endParaRPr lang="en-US" b="1" dirty="0"/>
          </a:p>
          <a:p>
            <a:pPr marL="457200" indent="-457200"/>
            <a:endParaRPr lang="en-US" b="1" dirty="0"/>
          </a:p>
          <a:p>
            <a:pPr marL="457200" indent="-457200"/>
            <a:r>
              <a:rPr lang="en-US" dirty="0">
                <a:ea typeface="+mn-lt"/>
                <a:cs typeface="+mn-lt"/>
              </a:rPr>
              <a:t>Provides a richer dataset for model training.</a:t>
            </a:r>
            <a:endParaRPr lang="en-US" dirty="0"/>
          </a:p>
          <a:p>
            <a:pPr marL="457200" indent="-457200"/>
            <a:r>
              <a:rPr lang="en-US" dirty="0">
                <a:ea typeface="+mn-lt"/>
                <a:cs typeface="+mn-lt"/>
              </a:rPr>
              <a:t>Enhances model's understanding of decision boundaries.</a:t>
            </a:r>
            <a:endParaRPr lang="en-US" dirty="0"/>
          </a:p>
          <a:p>
            <a:pPr marL="457200" indent="-457200"/>
            <a:r>
              <a:rPr lang="en-US" dirty="0">
                <a:ea typeface="+mn-lt"/>
                <a:cs typeface="+mn-lt"/>
              </a:rPr>
              <a:t>Improves model's performance and generalizability.</a:t>
            </a:r>
            <a:endParaRPr lang="en-US" dirty="0"/>
          </a:p>
        </p:txBody>
      </p:sp>
    </p:spTree>
    <p:extLst>
      <p:ext uri="{BB962C8B-B14F-4D97-AF65-F5344CB8AC3E}">
        <p14:creationId xmlns:p14="http://schemas.microsoft.com/office/powerpoint/2010/main" val="1702799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A79F-8041-F21A-DB07-484B3A81B1D0}"/>
              </a:ext>
            </a:extLst>
          </p:cNvPr>
          <p:cNvSpPr>
            <a:spLocks noGrp="1"/>
          </p:cNvSpPr>
          <p:nvPr>
            <p:ph type="title"/>
          </p:nvPr>
        </p:nvSpPr>
        <p:spPr>
          <a:xfrm>
            <a:off x="838200" y="4720"/>
            <a:ext cx="10515600" cy="1201995"/>
          </a:xfrm>
        </p:spPr>
        <p:txBody>
          <a:bodyPr/>
          <a:lstStyle/>
          <a:p>
            <a:pPr algn="ctr"/>
            <a:r>
              <a:rPr lang="en-US">
                <a:ea typeface="+mj-lt"/>
                <a:cs typeface="+mj-lt"/>
              </a:rPr>
              <a:t>Training and Testing Split</a:t>
            </a:r>
            <a:endParaRPr lang="en-US"/>
          </a:p>
        </p:txBody>
      </p:sp>
      <p:sp>
        <p:nvSpPr>
          <p:cNvPr id="3" name="Content Placeholder 2">
            <a:extLst>
              <a:ext uri="{FF2B5EF4-FFF2-40B4-BE49-F238E27FC236}">
                <a16:creationId xmlns:a16="http://schemas.microsoft.com/office/drawing/2014/main" id="{5F9CA526-4EE8-9595-FC30-24F0A1FEE5E5}"/>
              </a:ext>
            </a:extLst>
          </p:cNvPr>
          <p:cNvSpPr>
            <a:spLocks noGrp="1"/>
          </p:cNvSpPr>
          <p:nvPr>
            <p:ph idx="1"/>
          </p:nvPr>
        </p:nvSpPr>
        <p:spPr>
          <a:xfrm>
            <a:off x="179173" y="1207788"/>
            <a:ext cx="11174627" cy="5463444"/>
          </a:xfrm>
        </p:spPr>
        <p:txBody>
          <a:bodyPr vert="horz" lIns="91440" tIns="45720" rIns="91440" bIns="45720" rtlCol="0" anchor="t">
            <a:normAutofit fontScale="55000" lnSpcReduction="20000"/>
          </a:bodyPr>
          <a:lstStyle/>
          <a:p>
            <a:pPr>
              <a:buNone/>
            </a:pPr>
            <a:r>
              <a:rPr lang="en-US" b="1" dirty="0">
                <a:ea typeface="+mn-lt"/>
                <a:cs typeface="+mn-lt"/>
              </a:rPr>
              <a:t>Purpose of Splitting the Dataset:</a:t>
            </a:r>
            <a:endParaRPr lang="en-US" b="1" dirty="0"/>
          </a:p>
          <a:p>
            <a:pPr>
              <a:buNone/>
            </a:pPr>
            <a:endParaRPr lang="en-US"/>
          </a:p>
          <a:p>
            <a:pPr marL="457200" indent="-457200"/>
            <a:r>
              <a:rPr lang="en-US" dirty="0">
                <a:ea typeface="+mn-lt"/>
                <a:cs typeface="+mn-lt"/>
              </a:rPr>
              <a:t>To evaluate the model's performance on unseen data and prevent overfitting.</a:t>
            </a:r>
          </a:p>
          <a:p>
            <a:pPr marL="457200" indent="-457200"/>
            <a:endParaRPr lang="en-US" dirty="0">
              <a:ea typeface="+mn-lt"/>
              <a:cs typeface="+mn-lt"/>
            </a:endParaRPr>
          </a:p>
          <a:p>
            <a:pPr>
              <a:buNone/>
            </a:pPr>
            <a:r>
              <a:rPr lang="en-US" b="1" dirty="0">
                <a:ea typeface="+mn-lt"/>
                <a:cs typeface="+mn-lt"/>
              </a:rPr>
              <a:t>Dataset Split Ratio:</a:t>
            </a:r>
            <a:endParaRPr lang="en-US" b="1" dirty="0"/>
          </a:p>
          <a:p>
            <a:pPr>
              <a:buNone/>
            </a:pPr>
            <a:endParaRPr lang="en-US"/>
          </a:p>
          <a:p>
            <a:pPr marL="457200" indent="-457200"/>
            <a:r>
              <a:rPr lang="en-US" dirty="0">
                <a:ea typeface="+mn-lt"/>
                <a:cs typeface="+mn-lt"/>
              </a:rPr>
              <a:t>Training Set: 70% of the new dataset</a:t>
            </a:r>
            <a:endParaRPr lang="en-US" dirty="0"/>
          </a:p>
          <a:p>
            <a:pPr marL="457200" indent="-457200"/>
            <a:r>
              <a:rPr lang="en-US" dirty="0">
                <a:ea typeface="+mn-lt"/>
                <a:cs typeface="+mn-lt"/>
              </a:rPr>
              <a:t>Testing Set: 30% of the new dataset</a:t>
            </a:r>
          </a:p>
          <a:p>
            <a:pPr marL="457200" indent="-457200"/>
            <a:endParaRPr lang="en-US" dirty="0">
              <a:ea typeface="+mn-lt"/>
              <a:cs typeface="+mn-lt"/>
            </a:endParaRPr>
          </a:p>
          <a:p>
            <a:pPr>
              <a:buNone/>
            </a:pPr>
            <a:r>
              <a:rPr lang="en-US" b="1" dirty="0">
                <a:ea typeface="+mn-lt"/>
                <a:cs typeface="+mn-lt"/>
              </a:rPr>
              <a:t>Steps in Splitting the Dataset</a:t>
            </a:r>
            <a:endParaRPr lang="en-US" b="1" dirty="0"/>
          </a:p>
          <a:p>
            <a:pPr>
              <a:buNone/>
            </a:pPr>
            <a:endParaRPr lang="en-US"/>
          </a:p>
          <a:p>
            <a:pPr marL="457200" indent="-457200"/>
            <a:r>
              <a:rPr lang="en-US" dirty="0">
                <a:ea typeface="+mn-lt"/>
                <a:cs typeface="+mn-lt"/>
              </a:rPr>
              <a:t>Shuffle Data: Randomly shuffle the dataset to ensure a good mix of examples.</a:t>
            </a:r>
            <a:endParaRPr lang="en-US" dirty="0"/>
          </a:p>
          <a:p>
            <a:pPr marL="457200" indent="-457200"/>
            <a:r>
              <a:rPr lang="en-US" dirty="0">
                <a:ea typeface="+mn-lt"/>
                <a:cs typeface="+mn-lt"/>
              </a:rPr>
              <a:t>Split Data: Divide the dataset into training and testing sets using a 70-30 ratio.</a:t>
            </a:r>
            <a:endParaRPr lang="en-US" dirty="0"/>
          </a:p>
          <a:p>
            <a:pPr marL="457200" indent="-457200"/>
            <a:r>
              <a:rPr lang="en-US" dirty="0">
                <a:ea typeface="+mn-lt"/>
                <a:cs typeface="+mn-lt"/>
              </a:rPr>
              <a:t>Ensure Class Balance: Make sure both sets have a balanced representation of all classes.</a:t>
            </a:r>
            <a:endParaRPr lang="en-US" dirty="0"/>
          </a:p>
          <a:p>
            <a:pPr marL="457200" indent="-457200"/>
            <a:endParaRPr lang="en-US" dirty="0">
              <a:ea typeface="+mn-lt"/>
              <a:cs typeface="+mn-lt"/>
            </a:endParaRPr>
          </a:p>
          <a:p>
            <a:pPr>
              <a:buNone/>
            </a:pPr>
            <a:r>
              <a:rPr lang="en-US" b="1" dirty="0">
                <a:ea typeface="+mn-lt"/>
                <a:cs typeface="+mn-lt"/>
              </a:rPr>
              <a:t>Importance of the Split</a:t>
            </a:r>
            <a:endParaRPr lang="en-US" b="1" dirty="0"/>
          </a:p>
          <a:p>
            <a:pPr>
              <a:buNone/>
            </a:pPr>
            <a:endParaRPr lang="en-US"/>
          </a:p>
          <a:p>
            <a:pPr marL="457200" indent="-457200"/>
            <a:r>
              <a:rPr lang="en-US" dirty="0">
                <a:ea typeface="+mn-lt"/>
                <a:cs typeface="+mn-lt"/>
              </a:rPr>
              <a:t>Training set is used to retrain the model with counterfactual data.</a:t>
            </a:r>
            <a:endParaRPr lang="en-US" dirty="0"/>
          </a:p>
          <a:p>
            <a:pPr marL="457200" indent="-457200"/>
            <a:r>
              <a:rPr lang="en-US" dirty="0">
                <a:ea typeface="+mn-lt"/>
                <a:cs typeface="+mn-lt"/>
              </a:rPr>
              <a:t>Testing set is used to evaluate the model's accuracy and precision on new data.</a:t>
            </a:r>
            <a:endParaRPr lang="en-US" dirty="0"/>
          </a:p>
          <a:p>
            <a:pPr marL="457200" indent="-457200"/>
            <a:endParaRPr lang="en-US" dirty="0"/>
          </a:p>
        </p:txBody>
      </p:sp>
    </p:spTree>
    <p:extLst>
      <p:ext uri="{BB962C8B-B14F-4D97-AF65-F5344CB8AC3E}">
        <p14:creationId xmlns:p14="http://schemas.microsoft.com/office/powerpoint/2010/main" val="4028788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F20E-C0E7-5E94-EDB4-E995F8AFF0B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6FC0F9B3-E411-69A6-3956-17DFCED71F6B}"/>
              </a:ext>
            </a:extLst>
          </p:cNvPr>
          <p:cNvSpPr>
            <a:spLocks noGrp="1"/>
          </p:cNvSpPr>
          <p:nvPr>
            <p:ph idx="1"/>
          </p:nvPr>
        </p:nvSpPr>
        <p:spPr>
          <a:xfrm>
            <a:off x="838200" y="1712355"/>
            <a:ext cx="10515600" cy="4351338"/>
          </a:xfrm>
        </p:spPr>
        <p:txBody>
          <a:bodyPr vert="horz" lIns="91440" tIns="45720" rIns="91440" bIns="45720" rtlCol="0" anchor="t">
            <a:normAutofit fontScale="55000" lnSpcReduction="20000"/>
          </a:bodyPr>
          <a:lstStyle/>
          <a:p>
            <a:pPr>
              <a:buNone/>
            </a:pPr>
            <a:r>
              <a:rPr lang="en-US" b="1" dirty="0">
                <a:ea typeface="+mn-lt"/>
                <a:cs typeface="+mn-lt"/>
              </a:rPr>
              <a:t>Summary of the Process:</a:t>
            </a:r>
            <a:endParaRPr lang="en-US" b="1" dirty="0"/>
          </a:p>
          <a:p>
            <a:pPr>
              <a:buNone/>
            </a:pPr>
            <a:endParaRPr lang="en-US" b="1" dirty="0"/>
          </a:p>
          <a:p>
            <a:pPr marL="457200" indent="-457200"/>
            <a:r>
              <a:rPr lang="en-US" dirty="0">
                <a:ea typeface="+mn-lt"/>
                <a:cs typeface="+mn-lt"/>
              </a:rPr>
              <a:t>Data Collection: Downloaded recent network binaries and generated logs using Cuckoo Sandbox.</a:t>
            </a:r>
            <a:endParaRPr lang="en-US" dirty="0"/>
          </a:p>
          <a:p>
            <a:pPr marL="457200" indent="-457200"/>
            <a:r>
              <a:rPr lang="en-US" dirty="0">
                <a:ea typeface="+mn-lt"/>
                <a:cs typeface="+mn-lt"/>
              </a:rPr>
              <a:t>Feature Extraction: Utilized CIC Flow Meter to extract features from .</a:t>
            </a:r>
            <a:r>
              <a:rPr lang="en-US" dirty="0" err="1">
                <a:ea typeface="+mn-lt"/>
                <a:cs typeface="+mn-lt"/>
              </a:rPr>
              <a:t>pcap</a:t>
            </a:r>
            <a:r>
              <a:rPr lang="en-US" dirty="0">
                <a:ea typeface="+mn-lt"/>
                <a:cs typeface="+mn-lt"/>
              </a:rPr>
              <a:t> files.</a:t>
            </a:r>
            <a:endParaRPr lang="en-US" dirty="0"/>
          </a:p>
          <a:p>
            <a:pPr marL="457200" indent="-457200"/>
            <a:r>
              <a:rPr lang="en-US" dirty="0">
                <a:ea typeface="+mn-lt"/>
                <a:cs typeface="+mn-lt"/>
              </a:rPr>
              <a:t>Data Pre-Processing: Handled missing values, performed type conversion, normalization, and standardization.</a:t>
            </a:r>
            <a:endParaRPr lang="en-US" dirty="0"/>
          </a:p>
          <a:p>
            <a:pPr marL="457200" indent="-457200"/>
            <a:r>
              <a:rPr lang="en-US" dirty="0">
                <a:ea typeface="+mn-lt"/>
                <a:cs typeface="+mn-lt"/>
              </a:rPr>
              <a:t>Explainable Techniques: Applied explainable methods during pre-processing, feature selection, and model results phases using DICE for counterfactual explanations.</a:t>
            </a:r>
            <a:endParaRPr lang="en-US" dirty="0"/>
          </a:p>
          <a:p>
            <a:pPr marL="457200" indent="-457200"/>
            <a:r>
              <a:rPr lang="en-US" dirty="0">
                <a:ea typeface="+mn-lt"/>
                <a:cs typeface="+mn-lt"/>
              </a:rPr>
              <a:t>Model Building: Implemented and compared various ML/DL algorithms to select the best performing model.</a:t>
            </a:r>
            <a:endParaRPr lang="en-US" dirty="0"/>
          </a:p>
          <a:p>
            <a:pPr marL="457200" indent="-457200" algn="ctr"/>
            <a:endParaRPr lang="en-US" dirty="0">
              <a:ea typeface="+mn-lt"/>
              <a:cs typeface="+mn-lt"/>
            </a:endParaRPr>
          </a:p>
          <a:p>
            <a:pPr>
              <a:buNone/>
            </a:pPr>
            <a:r>
              <a:rPr lang="en-US" b="1" dirty="0">
                <a:ea typeface="+mn-lt"/>
                <a:cs typeface="+mn-lt"/>
              </a:rPr>
              <a:t>Key Findings:</a:t>
            </a:r>
            <a:endParaRPr lang="en-US" b="1" dirty="0"/>
          </a:p>
          <a:p>
            <a:pPr>
              <a:buNone/>
            </a:pPr>
            <a:endParaRPr lang="en-US"/>
          </a:p>
          <a:p>
            <a:pPr marL="457200" indent="-457200"/>
            <a:r>
              <a:rPr lang="en-US" dirty="0">
                <a:ea typeface="+mn-lt"/>
                <a:cs typeface="+mn-lt"/>
              </a:rPr>
              <a:t>Successful integration of counterfactual explanations to build user trust and confidence.</a:t>
            </a:r>
            <a:endParaRPr lang="en-US"/>
          </a:p>
          <a:p>
            <a:pPr marL="457200" indent="-457200"/>
            <a:r>
              <a:rPr lang="en-US" dirty="0">
                <a:ea typeface="+mn-lt"/>
                <a:cs typeface="+mn-lt"/>
              </a:rPr>
              <a:t>Improved model interpretability through explainable techniques in every phase.</a:t>
            </a:r>
            <a:endParaRPr lang="en-US"/>
          </a:p>
          <a:p>
            <a:pPr marL="457200" indent="-457200"/>
            <a:r>
              <a:rPr lang="en-US" dirty="0">
                <a:ea typeface="+mn-lt"/>
                <a:cs typeface="+mn-lt"/>
              </a:rPr>
              <a:t>Comparison of multiple ML/DL models based on TPR, TNR, FPR, FNR, and ROC curves to identify the best model.</a:t>
            </a:r>
            <a:endParaRPr lang="en-US"/>
          </a:p>
        </p:txBody>
      </p:sp>
    </p:spTree>
    <p:extLst>
      <p:ext uri="{BB962C8B-B14F-4D97-AF65-F5344CB8AC3E}">
        <p14:creationId xmlns:p14="http://schemas.microsoft.com/office/powerpoint/2010/main" val="4013920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4CACB-079A-E50F-266D-A687219CEC43}"/>
              </a:ext>
            </a:extLst>
          </p:cNvPr>
          <p:cNvSpPr>
            <a:spLocks noGrp="1"/>
          </p:cNvSpPr>
          <p:nvPr>
            <p:ph type="title"/>
          </p:nvPr>
        </p:nvSpPr>
        <p:spPr/>
        <p:txBody>
          <a:bodyPr/>
          <a:lstStyle/>
          <a:p>
            <a:pPr algn="ctr"/>
            <a:r>
              <a:rPr lang="en-US"/>
              <a:t>Conclusion</a:t>
            </a:r>
          </a:p>
        </p:txBody>
      </p:sp>
      <p:sp>
        <p:nvSpPr>
          <p:cNvPr id="3" name="Content Placeholder 2">
            <a:extLst>
              <a:ext uri="{FF2B5EF4-FFF2-40B4-BE49-F238E27FC236}">
                <a16:creationId xmlns:a16="http://schemas.microsoft.com/office/drawing/2014/main" id="{0D1985C2-DE24-D5EE-0A76-61B6BCE2C94E}"/>
              </a:ext>
            </a:extLst>
          </p:cNvPr>
          <p:cNvSpPr>
            <a:spLocks noGrp="1"/>
          </p:cNvSpPr>
          <p:nvPr>
            <p:ph idx="1"/>
          </p:nvPr>
        </p:nvSpPr>
        <p:spPr>
          <a:xfrm>
            <a:off x="498389" y="1712355"/>
            <a:ext cx="10515600" cy="4351338"/>
          </a:xfrm>
        </p:spPr>
        <p:txBody>
          <a:bodyPr vert="horz" lIns="91440" tIns="45720" rIns="91440" bIns="45720" rtlCol="0" anchor="t">
            <a:normAutofit fontScale="77500" lnSpcReduction="20000"/>
          </a:bodyPr>
          <a:lstStyle/>
          <a:p>
            <a:pPr>
              <a:buNone/>
            </a:pPr>
            <a:r>
              <a:rPr lang="en-US" b="1" dirty="0">
                <a:ea typeface="+mn-lt"/>
                <a:cs typeface="+mn-lt"/>
              </a:rPr>
              <a:t>Model Performance:</a:t>
            </a:r>
            <a:endParaRPr lang="en-US" b="1" dirty="0"/>
          </a:p>
          <a:p>
            <a:pPr>
              <a:buNone/>
            </a:pPr>
            <a:endParaRPr lang="en-US"/>
          </a:p>
          <a:p>
            <a:pPr marL="457200" indent="-457200"/>
            <a:r>
              <a:rPr lang="en-US" dirty="0">
                <a:ea typeface="+mn-lt"/>
                <a:cs typeface="+mn-lt"/>
              </a:rPr>
              <a:t>The selected model (GBM) demonstrated superior performance across all evaluated metrics.</a:t>
            </a:r>
            <a:endParaRPr lang="en-US" dirty="0"/>
          </a:p>
          <a:p>
            <a:pPr marL="457200" indent="-457200"/>
            <a:r>
              <a:rPr lang="en-US" dirty="0">
                <a:ea typeface="+mn-lt"/>
                <a:cs typeface="+mn-lt"/>
              </a:rPr>
              <a:t>Enhanced understanding of model decisions through counterfactual explanations, leading to better transparency.</a:t>
            </a:r>
            <a:endParaRPr lang="en-US" dirty="0"/>
          </a:p>
          <a:p>
            <a:pPr marL="457200" indent="-457200"/>
            <a:endParaRPr lang="en-US" dirty="0">
              <a:ea typeface="+mn-lt"/>
              <a:cs typeface="+mn-lt"/>
            </a:endParaRPr>
          </a:p>
          <a:p>
            <a:pPr>
              <a:buNone/>
            </a:pPr>
            <a:r>
              <a:rPr lang="en-US" dirty="0">
                <a:ea typeface="+mn-lt"/>
                <a:cs typeface="+mn-lt"/>
              </a:rPr>
              <a:t>I</a:t>
            </a:r>
            <a:r>
              <a:rPr lang="en-US" b="1" dirty="0">
                <a:ea typeface="+mn-lt"/>
                <a:cs typeface="+mn-lt"/>
              </a:rPr>
              <a:t>mplications:</a:t>
            </a:r>
            <a:endParaRPr lang="en-US" b="1" dirty="0"/>
          </a:p>
          <a:p>
            <a:pPr>
              <a:buNone/>
            </a:pPr>
            <a:endParaRPr lang="en-US"/>
          </a:p>
          <a:p>
            <a:pPr marL="457200" indent="-457200"/>
            <a:r>
              <a:rPr lang="en-US" dirty="0">
                <a:ea typeface="+mn-lt"/>
                <a:cs typeface="+mn-lt"/>
              </a:rPr>
              <a:t>The approach provides a robust framework for building and evaluating machine learning models in cybersecurity.</a:t>
            </a:r>
            <a:endParaRPr lang="en-US" dirty="0"/>
          </a:p>
          <a:p>
            <a:pPr marL="457200" indent="-457200"/>
            <a:r>
              <a:rPr lang="en-US" dirty="0">
                <a:ea typeface="+mn-lt"/>
                <a:cs typeface="+mn-lt"/>
              </a:rPr>
              <a:t>Counterfactual explanations significantly contribute to trust and user confidence in model predictions.</a:t>
            </a:r>
            <a:endParaRPr lang="en-US" dirty="0"/>
          </a:p>
        </p:txBody>
      </p:sp>
    </p:spTree>
    <p:extLst>
      <p:ext uri="{BB962C8B-B14F-4D97-AF65-F5344CB8AC3E}">
        <p14:creationId xmlns:p14="http://schemas.microsoft.com/office/powerpoint/2010/main" val="30769198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ue and black thank you sign&#10;&#10;Description automatically generated">
            <a:extLst>
              <a:ext uri="{FF2B5EF4-FFF2-40B4-BE49-F238E27FC236}">
                <a16:creationId xmlns:a16="http://schemas.microsoft.com/office/drawing/2014/main" id="{1D2743E1-22FB-CB47-22EB-6A65979031E0}"/>
              </a:ext>
            </a:extLst>
          </p:cNvPr>
          <p:cNvPicPr>
            <a:picLocks noGrp="1" noChangeAspect="1"/>
          </p:cNvPicPr>
          <p:nvPr>
            <p:ph idx="1"/>
          </p:nvPr>
        </p:nvPicPr>
        <p:blipFill>
          <a:blip r:embed="rId2"/>
          <a:stretch>
            <a:fillRect/>
          </a:stretch>
        </p:blipFill>
        <p:spPr>
          <a:xfrm>
            <a:off x="2981515" y="1825625"/>
            <a:ext cx="6228970" cy="4351338"/>
          </a:xfrm>
        </p:spPr>
      </p:pic>
    </p:spTree>
    <p:extLst>
      <p:ext uri="{BB962C8B-B14F-4D97-AF65-F5344CB8AC3E}">
        <p14:creationId xmlns:p14="http://schemas.microsoft.com/office/powerpoint/2010/main" val="28403282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2383</Words>
  <Application>Microsoft Office PowerPoint</Application>
  <PresentationFormat>Widescreen</PresentationFormat>
  <Paragraphs>293</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Century Gothic</vt:lpstr>
      <vt:lpstr>Segoe UI</vt:lpstr>
      <vt:lpstr>Wingdings</vt:lpstr>
      <vt:lpstr>office theme</vt:lpstr>
      <vt:lpstr> Unveiling the secrets of ML models for developing trustworthy tools</vt:lpstr>
      <vt:lpstr>Contents </vt:lpstr>
      <vt:lpstr>PowerPoint Presentation</vt:lpstr>
      <vt:lpstr>Introduction to Trustworthy ML Models</vt:lpstr>
      <vt:lpstr>Introduction</vt:lpstr>
      <vt:lpstr>Figure 1.1 Network attacks report</vt:lpstr>
      <vt:lpstr>Downloading Network Binaries </vt:lpstr>
      <vt:lpstr>Cuckoo Sandbox</vt:lpstr>
      <vt:lpstr>Installing Cuckoo Sandbox</vt:lpstr>
      <vt:lpstr>Running Cuckoo Sandbox</vt:lpstr>
      <vt:lpstr>Using CIC Flow Meter for Feature Extraction</vt:lpstr>
      <vt:lpstr>Data Preprocessing</vt:lpstr>
      <vt:lpstr>Explainability Techniques</vt:lpstr>
      <vt:lpstr>Model Training &amp; Testing</vt:lpstr>
      <vt:lpstr>K-Nearest Neighbors (KNN)</vt:lpstr>
      <vt:lpstr>Neural Network</vt:lpstr>
      <vt:lpstr>Nearest Centroid</vt:lpstr>
      <vt:lpstr>Gradient Boosting Machine (GBM)</vt:lpstr>
      <vt:lpstr>Testing Process</vt:lpstr>
      <vt:lpstr>Accuracy and Precision Of Each Model</vt:lpstr>
      <vt:lpstr>Counterfactual Generation</vt:lpstr>
      <vt:lpstr>Pre-Processing Counterfactual Data</vt:lpstr>
      <vt:lpstr>Creating a New Dataset of Counterfactuals</vt:lpstr>
      <vt:lpstr>Training and Testing Split</vt:lpstr>
      <vt:lpstr>Conclusion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ashphoenix999@gmail.com</cp:lastModifiedBy>
  <cp:revision>1231</cp:revision>
  <dcterms:created xsi:type="dcterms:W3CDTF">2024-06-03T10:45:20Z</dcterms:created>
  <dcterms:modified xsi:type="dcterms:W3CDTF">2026-03-29T19:27:04Z</dcterms:modified>
</cp:coreProperties>
</file>